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Raleway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6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5704b9cb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65704b9cb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5704b9cb8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5704b9cb8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65704b9cb8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5704b9cb8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5704b9cb8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65704b9cb8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indent="-228600" lvl="1" marL="9144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indent="-228600" lvl="2" marL="13716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indent="-228600" lvl="3" marL="18288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indent="-228600" lvl="4" marL="22860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File:Dart logo.png - Wikimedia Commons" id="24" name="Google Shape;24;p3"/>
          <p:cNvSpPr/>
          <p:nvPr/>
        </p:nvSpPr>
        <p:spPr>
          <a:xfrm>
            <a:off x="0" y="427078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lutter Logo PNG vector in SVG, PDF, AI, CDR format" id="25" name="Google Shape;25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cheiro:Dart programming language logo.svg – Wikipédia, a enciclopédia  livre" id="26" name="Google Shape;26;p3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-1" y="0"/>
            <a:ext cx="161109" cy="6962503"/>
          </a:xfrm>
          <a:prstGeom prst="rect">
            <a:avLst/>
          </a:prstGeom>
          <a:solidFill>
            <a:srgbClr val="084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10138" y="-1"/>
            <a:ext cx="54339" cy="69625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lutter Logo PNG Vector (SVG) Free Download" id="29" name="Google Shape;29;p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 b="30910" l="-1" r="2687" t="31241"/>
          <a:stretch/>
        </p:blipFill>
        <p:spPr>
          <a:xfrm>
            <a:off x="10460087" y="6091671"/>
            <a:ext cx="1731913" cy="673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E75B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rgbClr val="2E75B5">
                  <a:alpha val="44706"/>
                </a:srgbClr>
              </a:gs>
              <a:gs pos="100000">
                <a:srgbClr val="000000">
                  <a:alpha val="28627"/>
                </a:srgbClr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 flipH="1" rot="10800000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rgbClr val="5B9BD5">
                  <a:alpha val="0"/>
                </a:srgbClr>
              </a:gs>
              <a:gs pos="100000">
                <a:srgbClr val="000000">
                  <a:alpha val="40784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>
            <p:ph type="ctrTitle"/>
          </p:nvPr>
        </p:nvSpPr>
        <p:spPr>
          <a:xfrm>
            <a:off x="1127208" y="857251"/>
            <a:ext cx="4747280" cy="309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aleway"/>
              <a:buNone/>
            </a:pPr>
            <a:r>
              <a:rPr b="1" lang="pt-BR" sz="4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Desenvolvimento de Aplicações</a:t>
            </a:r>
            <a:endParaRPr b="1" sz="41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Google Shape;97;p13"/>
          <p:cNvSpPr/>
          <p:nvPr/>
        </p:nvSpPr>
        <p:spPr>
          <a:xfrm rot="-54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rgbClr val="5B9BD5">
                  <a:alpha val="23922"/>
                </a:srgbClr>
              </a:gs>
              <a:gs pos="78000">
                <a:srgbClr val="1E4E79">
                  <a:alpha val="0"/>
                </a:srgbClr>
              </a:gs>
              <a:gs pos="100000">
                <a:srgbClr val="1E4E79">
                  <a:alpha val="0"/>
                </a:srgbClr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1127208" y="4756265"/>
            <a:ext cx="4393278" cy="1244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Prof. Leonardo Torres</a:t>
            </a:r>
            <a:endParaRPr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pt-B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leonardotorres@umc.br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0559" y="2351633"/>
            <a:ext cx="3737164" cy="2169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838200" y="29185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FlutterFlow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Objetivo da Aula</a:t>
            </a:r>
            <a:endParaRPr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0535" lvl="0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Char char="❑"/>
            </a:pPr>
            <a:r>
              <a:rPr lang="pt-BR"/>
              <a:t>Apresentar o FlutterFlow e suas capacidades.</a:t>
            </a:r>
            <a:endParaRPr/>
          </a:p>
          <a:p>
            <a:pPr indent="-470535" lvl="0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Char char="❑"/>
            </a:pPr>
            <a:r>
              <a:rPr lang="pt-BR"/>
              <a:t>Entender a relação entre FlutterFlow e Firebase.</a:t>
            </a:r>
            <a:endParaRPr/>
          </a:p>
          <a:p>
            <a:pPr indent="-470535" lvl="0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Char char="❑"/>
            </a:pPr>
            <a:r>
              <a:rPr lang="pt-BR"/>
              <a:t>Criar e configurar um projeto do zero.</a:t>
            </a:r>
            <a:endParaRPr/>
          </a:p>
          <a:p>
            <a:pPr indent="-470535" lvl="0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Char char="❑"/>
            </a:pPr>
            <a:r>
              <a:rPr lang="pt-BR"/>
              <a:t>Construir a interface inicial de Login e Cadastro.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O que é FlutterFlow?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353830" y="14859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FlutterFlow é uma ferramenta </a:t>
            </a:r>
            <a:r>
              <a:rPr b="1" lang="pt-BR"/>
              <a:t>Low-Code</a:t>
            </a:r>
            <a:r>
              <a:rPr lang="pt-BR"/>
              <a:t> para desenvolvimento de aplicativos móveis e web.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Baseada no Flutter, o framework do Google.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Vantagens:</a:t>
            </a:r>
            <a:r>
              <a:rPr lang="pt-BR"/>
              <a:t> Velocidade (prototipagem e desenvolvimento rápido), Facilidade (interface visual) e Flexibilidade (possibilidade de código customizado).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Foco na produtividade.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O que é Firebase?</a:t>
            </a:r>
            <a:endParaRPr/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353830" y="1485900"/>
            <a:ext cx="11000100" cy="4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Firebase é uma plataforma Backend as a Service (BaaS) do Google.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Serviços essenciais:</a:t>
            </a:r>
            <a:endParaRPr/>
          </a:p>
          <a:p>
            <a:pPr indent="-393065" lvl="0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Autenticação:</a:t>
            </a:r>
            <a:r>
              <a:rPr lang="pt-BR"/>
              <a:t> Gerenciamento de usuários.</a:t>
            </a:r>
            <a:endParaRPr/>
          </a:p>
          <a:p>
            <a:pPr indent="-39306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Firestore:</a:t>
            </a:r>
            <a:r>
              <a:rPr lang="pt-BR"/>
              <a:t> Banco de dados NoSQL para guardar informações.</a:t>
            </a:r>
            <a:endParaRPr/>
          </a:p>
          <a:p>
            <a:pPr indent="-39306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Cloud Storage:</a:t>
            </a:r>
            <a:r>
              <a:rPr lang="pt-BR"/>
              <a:t> Armazenamento de arquivos (imagens, vídeos…).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Por que usamos Firebase com FlutterFlow? </a:t>
            </a:r>
            <a:endParaRPr/>
          </a:p>
          <a:p>
            <a:pPr indent="-393065" lvl="0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Integração nativa e simplificada.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App Prático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Char char="❑"/>
            </a:pPr>
            <a:r>
              <a:rPr b="1" lang="pt-BR"/>
              <a:t>FlutterFlow: </a:t>
            </a:r>
            <a:r>
              <a:rPr lang="pt-BR"/>
              <a:t>Criamos a interface (telas, botões, design).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685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Char char="❑"/>
            </a:pPr>
            <a:r>
              <a:rPr b="1" lang="pt-BR"/>
              <a:t>Firebase:</a:t>
            </a:r>
            <a:r>
              <a:rPr lang="pt-BR"/>
              <a:t> Armazenamos os dados (usuários, posts, informações).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685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Char char="❑"/>
            </a:pPr>
            <a:r>
              <a:rPr b="1" lang="pt-BR"/>
              <a:t>Simbiose: </a:t>
            </a:r>
            <a:r>
              <a:rPr lang="pt-BR"/>
              <a:t>Uma ferramenta completa o trabalho da outra.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aleway"/>
                <a:ea typeface="Raleway"/>
                <a:cs typeface="Raleway"/>
                <a:sym typeface="Raleway"/>
              </a:rPr>
              <a:t>Vamos Praticar?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6" name="Google Shape;136;p1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Raleway"/>
                <a:ea typeface="Raleway"/>
                <a:cs typeface="Raleway"/>
                <a:sym typeface="Raleway"/>
              </a:rPr>
              <a:t>No FlutterFlow, v</a:t>
            </a:r>
            <a:r>
              <a:rPr lang="pt-BR">
                <a:latin typeface="Raleway"/>
                <a:ea typeface="Raleway"/>
                <a:cs typeface="Raleway"/>
                <a:sym typeface="Raleway"/>
              </a:rPr>
              <a:t>amos conhecer os elementos e criar uma página de login.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Prática - Aluno</a:t>
            </a:r>
            <a:endParaRPr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353830" y="1638300"/>
            <a:ext cx="11000100" cy="453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Objetivo: </a:t>
            </a:r>
            <a:r>
              <a:rPr lang="pt-BR"/>
              <a:t>Personalizar as telas de Login e Cadastro.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Requisitos:</a:t>
            </a:r>
            <a:endParaRPr b="1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1. </a:t>
            </a:r>
            <a:r>
              <a:rPr lang="pt-BR" u="sng"/>
              <a:t>Trocar o logo</a:t>
            </a:r>
            <a:r>
              <a:rPr lang="pt-BR"/>
              <a:t>: Encontre uma imagem na internet ou crie uma simples.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2. </a:t>
            </a:r>
            <a:r>
              <a:rPr lang="pt-BR" u="sng"/>
              <a:t>Alterar o esquema de cores</a:t>
            </a:r>
            <a:r>
              <a:rPr lang="pt-BR"/>
              <a:t>: Mude a cor de fundo, dos botões e dos textos.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3. </a:t>
            </a:r>
            <a:r>
              <a:rPr lang="pt-BR" u="sng"/>
              <a:t>Adicionar um campo extra</a:t>
            </a:r>
            <a:r>
              <a:rPr lang="pt-BR"/>
              <a:t>: Na tela de cadastro, inclua um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Text Field</a:t>
            </a:r>
            <a:r>
              <a:rPr lang="pt-BR"/>
              <a:t> para “Nome Completo” ou “Número de Telefone”.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4. </a:t>
            </a:r>
            <a:r>
              <a:rPr lang="pt-BR" u="sng"/>
              <a:t>Ajuste de layout</a:t>
            </a:r>
            <a:r>
              <a:rPr lang="pt-BR"/>
              <a:t>: Experimente usar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Containers</a:t>
            </a:r>
            <a:r>
              <a:rPr lang="pt-BR"/>
              <a:t>,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Rows </a:t>
            </a:r>
            <a:r>
              <a:rPr lang="pt-BR"/>
              <a:t>e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Columns </a:t>
            </a:r>
            <a:r>
              <a:rPr lang="pt-BR"/>
              <a:t>para organizar os elementos de maneira diferente.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