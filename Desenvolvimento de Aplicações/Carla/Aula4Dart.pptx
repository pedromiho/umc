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460861361_0_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6460861361_0_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661212" y="1796923"/>
            <a:ext cx="1061212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sng">
                <a:solidFill>
                  <a:srgbClr val="0840A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ctr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sng">
                <a:solidFill>
                  <a:srgbClr val="0840A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12525" y="6254791"/>
            <a:ext cx="1809219" cy="5682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61290" cy="6858000"/>
          </a:xfrm>
          <a:custGeom>
            <a:rect b="b" l="l" r="r" t="t"/>
            <a:pathLst>
              <a:path extrusionOk="0" h="6858000" w="161290">
                <a:moveTo>
                  <a:pt x="161112" y="0"/>
                </a:moveTo>
                <a:lnTo>
                  <a:pt x="0" y="0"/>
                </a:lnTo>
                <a:lnTo>
                  <a:pt x="0" y="6858000"/>
                </a:lnTo>
                <a:lnTo>
                  <a:pt x="161112" y="6858000"/>
                </a:lnTo>
                <a:lnTo>
                  <a:pt x="161112" y="0"/>
                </a:lnTo>
                <a:close/>
              </a:path>
            </a:pathLst>
          </a:custGeom>
          <a:solidFill>
            <a:srgbClr val="0840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210134" y="0"/>
            <a:ext cx="54610" cy="6858000"/>
          </a:xfrm>
          <a:custGeom>
            <a:rect b="b" l="l" r="r" t="t"/>
            <a:pathLst>
              <a:path extrusionOk="0" h="6858000" w="54610">
                <a:moveTo>
                  <a:pt x="54339" y="0"/>
                </a:moveTo>
                <a:lnTo>
                  <a:pt x="0" y="0"/>
                </a:lnTo>
                <a:lnTo>
                  <a:pt x="0" y="6857999"/>
                </a:lnTo>
                <a:lnTo>
                  <a:pt x="54339" y="6858000"/>
                </a:lnTo>
                <a:lnTo>
                  <a:pt x="54339" y="0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61212" y="1796923"/>
            <a:ext cx="1061212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sng" cap="none" strike="noStrike">
                <a:solidFill>
                  <a:srgbClr val="0840A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12192038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1206195" y="2688793"/>
            <a:ext cx="4407535" cy="121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marR="5080" rtl="0" algn="l">
              <a:lnSpc>
                <a:spcPct val="10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</a:rPr>
              <a:t>Desenvolvimento de Aplicações</a:t>
            </a:r>
            <a:endParaRPr sz="4100"/>
          </a:p>
        </p:txBody>
      </p:sp>
      <p:sp>
        <p:nvSpPr>
          <p:cNvPr id="48" name="Google Shape;48;p7"/>
          <p:cNvSpPr txBox="1"/>
          <p:nvPr/>
        </p:nvSpPr>
        <p:spPr>
          <a:xfrm>
            <a:off x="1206195" y="4741240"/>
            <a:ext cx="34581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 sz="2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6390640" y="1062482"/>
            <a:ext cx="4756150" cy="4756785"/>
            <a:chOff x="6390640" y="1062482"/>
            <a:chExt cx="4756150" cy="4756785"/>
          </a:xfrm>
        </p:grpSpPr>
        <p:sp>
          <p:nvSpPr>
            <p:cNvPr id="50" name="Google Shape;50;p7"/>
            <p:cNvSpPr/>
            <p:nvPr/>
          </p:nvSpPr>
          <p:spPr>
            <a:xfrm>
              <a:off x="6390640" y="1062482"/>
              <a:ext cx="4756150" cy="4756785"/>
            </a:xfrm>
            <a:custGeom>
              <a:rect b="b" l="l" r="r" t="t"/>
              <a:pathLst>
                <a:path extrusionOk="0" h="4756785" w="4756150">
                  <a:moveTo>
                    <a:pt x="2378075" y="0"/>
                  </a:moveTo>
                  <a:lnTo>
                    <a:pt x="2329544" y="485"/>
                  </a:lnTo>
                  <a:lnTo>
                    <a:pt x="2281250" y="1935"/>
                  </a:lnTo>
                  <a:lnTo>
                    <a:pt x="2233203" y="4340"/>
                  </a:lnTo>
                  <a:lnTo>
                    <a:pt x="2185410" y="7691"/>
                  </a:lnTo>
                  <a:lnTo>
                    <a:pt x="2137882" y="11979"/>
                  </a:lnTo>
                  <a:lnTo>
                    <a:pt x="2090627" y="17195"/>
                  </a:lnTo>
                  <a:lnTo>
                    <a:pt x="2043655" y="23329"/>
                  </a:lnTo>
                  <a:lnTo>
                    <a:pt x="1996976" y="30372"/>
                  </a:lnTo>
                  <a:lnTo>
                    <a:pt x="1950597" y="38316"/>
                  </a:lnTo>
                  <a:lnTo>
                    <a:pt x="1904529" y="47150"/>
                  </a:lnTo>
                  <a:lnTo>
                    <a:pt x="1858780" y="56866"/>
                  </a:lnTo>
                  <a:lnTo>
                    <a:pt x="1813360" y="67454"/>
                  </a:lnTo>
                  <a:lnTo>
                    <a:pt x="1768279" y="78905"/>
                  </a:lnTo>
                  <a:lnTo>
                    <a:pt x="1723544" y="91211"/>
                  </a:lnTo>
                  <a:lnTo>
                    <a:pt x="1679166" y="104361"/>
                  </a:lnTo>
                  <a:lnTo>
                    <a:pt x="1635154" y="118346"/>
                  </a:lnTo>
                  <a:lnTo>
                    <a:pt x="1591516" y="133158"/>
                  </a:lnTo>
                  <a:lnTo>
                    <a:pt x="1548263" y="148787"/>
                  </a:lnTo>
                  <a:lnTo>
                    <a:pt x="1505403" y="165224"/>
                  </a:lnTo>
                  <a:lnTo>
                    <a:pt x="1462946" y="182459"/>
                  </a:lnTo>
                  <a:lnTo>
                    <a:pt x="1420900" y="200484"/>
                  </a:lnTo>
                  <a:lnTo>
                    <a:pt x="1379275" y="219289"/>
                  </a:lnTo>
                  <a:lnTo>
                    <a:pt x="1338081" y="238866"/>
                  </a:lnTo>
                  <a:lnTo>
                    <a:pt x="1297325" y="259204"/>
                  </a:lnTo>
                  <a:lnTo>
                    <a:pt x="1257019" y="280294"/>
                  </a:lnTo>
                  <a:lnTo>
                    <a:pt x="1217170" y="302128"/>
                  </a:lnTo>
                  <a:lnTo>
                    <a:pt x="1177788" y="324696"/>
                  </a:lnTo>
                  <a:lnTo>
                    <a:pt x="1138882" y="347989"/>
                  </a:lnTo>
                  <a:lnTo>
                    <a:pt x="1100462" y="371998"/>
                  </a:lnTo>
                  <a:lnTo>
                    <a:pt x="1062537" y="396713"/>
                  </a:lnTo>
                  <a:lnTo>
                    <a:pt x="1025115" y="422126"/>
                  </a:lnTo>
                  <a:lnTo>
                    <a:pt x="988206" y="448227"/>
                  </a:lnTo>
                  <a:lnTo>
                    <a:pt x="951820" y="475006"/>
                  </a:lnTo>
                  <a:lnTo>
                    <a:pt x="915965" y="502456"/>
                  </a:lnTo>
                  <a:lnTo>
                    <a:pt x="880651" y="530565"/>
                  </a:lnTo>
                  <a:lnTo>
                    <a:pt x="845887" y="559326"/>
                  </a:lnTo>
                  <a:lnTo>
                    <a:pt x="811681" y="588729"/>
                  </a:lnTo>
                  <a:lnTo>
                    <a:pt x="778045" y="618765"/>
                  </a:lnTo>
                  <a:lnTo>
                    <a:pt x="744985" y="649425"/>
                  </a:lnTo>
                  <a:lnTo>
                    <a:pt x="712513" y="680698"/>
                  </a:lnTo>
                  <a:lnTo>
                    <a:pt x="680636" y="712577"/>
                  </a:lnTo>
                  <a:lnTo>
                    <a:pt x="649365" y="745052"/>
                  </a:lnTo>
                  <a:lnTo>
                    <a:pt x="618708" y="778114"/>
                  </a:lnTo>
                  <a:lnTo>
                    <a:pt x="588674" y="811753"/>
                  </a:lnTo>
                  <a:lnTo>
                    <a:pt x="559273" y="845961"/>
                  </a:lnTo>
                  <a:lnTo>
                    <a:pt x="530515" y="880727"/>
                  </a:lnTo>
                  <a:lnTo>
                    <a:pt x="502407" y="916044"/>
                  </a:lnTo>
                  <a:lnTo>
                    <a:pt x="474960" y="951901"/>
                  </a:lnTo>
                  <a:lnTo>
                    <a:pt x="448183" y="988290"/>
                  </a:lnTo>
                  <a:lnTo>
                    <a:pt x="422084" y="1025200"/>
                  </a:lnTo>
                  <a:lnTo>
                    <a:pt x="396674" y="1062624"/>
                  </a:lnTo>
                  <a:lnTo>
                    <a:pt x="371961" y="1100552"/>
                  </a:lnTo>
                  <a:lnTo>
                    <a:pt x="347954" y="1138974"/>
                  </a:lnTo>
                  <a:lnTo>
                    <a:pt x="324663" y="1177882"/>
                  </a:lnTo>
                  <a:lnTo>
                    <a:pt x="302097" y="1217266"/>
                  </a:lnTo>
                  <a:lnTo>
                    <a:pt x="280265" y="1257117"/>
                  </a:lnTo>
                  <a:lnTo>
                    <a:pt x="259177" y="1297426"/>
                  </a:lnTo>
                  <a:lnTo>
                    <a:pt x="238841" y="1338183"/>
                  </a:lnTo>
                  <a:lnTo>
                    <a:pt x="219266" y="1379379"/>
                  </a:lnTo>
                  <a:lnTo>
                    <a:pt x="200463" y="1421006"/>
                  </a:lnTo>
                  <a:lnTo>
                    <a:pt x="182440" y="1463053"/>
                  </a:lnTo>
                  <a:lnTo>
                    <a:pt x="165206" y="1505512"/>
                  </a:lnTo>
                  <a:lnTo>
                    <a:pt x="148771" y="1548374"/>
                  </a:lnTo>
                  <a:lnTo>
                    <a:pt x="133144" y="1591629"/>
                  </a:lnTo>
                  <a:lnTo>
                    <a:pt x="118333" y="1635268"/>
                  </a:lnTo>
                  <a:lnTo>
                    <a:pt x="104349" y="1679282"/>
                  </a:lnTo>
                  <a:lnTo>
                    <a:pt x="91201" y="1723661"/>
                  </a:lnTo>
                  <a:lnTo>
                    <a:pt x="78897" y="1768397"/>
                  </a:lnTo>
                  <a:lnTo>
                    <a:pt x="67447" y="1813480"/>
                  </a:lnTo>
                  <a:lnTo>
                    <a:pt x="56860" y="1858901"/>
                  </a:lnTo>
                  <a:lnTo>
                    <a:pt x="47145" y="1904650"/>
                  </a:lnTo>
                  <a:lnTo>
                    <a:pt x="38312" y="1950719"/>
                  </a:lnTo>
                  <a:lnTo>
                    <a:pt x="30369" y="1997099"/>
                  </a:lnTo>
                  <a:lnTo>
                    <a:pt x="23326" y="2043780"/>
                  </a:lnTo>
                  <a:lnTo>
                    <a:pt x="17193" y="2090752"/>
                  </a:lnTo>
                  <a:lnTo>
                    <a:pt x="11978" y="2138007"/>
                  </a:lnTo>
                  <a:lnTo>
                    <a:pt x="7690" y="2185536"/>
                  </a:lnTo>
                  <a:lnTo>
                    <a:pt x="4339" y="2233329"/>
                  </a:lnTo>
                  <a:lnTo>
                    <a:pt x="1934" y="2281377"/>
                  </a:lnTo>
                  <a:lnTo>
                    <a:pt x="485" y="2329671"/>
                  </a:lnTo>
                  <a:lnTo>
                    <a:pt x="0" y="2378202"/>
                  </a:lnTo>
                  <a:lnTo>
                    <a:pt x="485" y="2426727"/>
                  </a:lnTo>
                  <a:lnTo>
                    <a:pt x="1934" y="2475017"/>
                  </a:lnTo>
                  <a:lnTo>
                    <a:pt x="4339" y="2523060"/>
                  </a:lnTo>
                  <a:lnTo>
                    <a:pt x="7690" y="2570849"/>
                  </a:lnTo>
                  <a:lnTo>
                    <a:pt x="11978" y="2618373"/>
                  </a:lnTo>
                  <a:lnTo>
                    <a:pt x="17193" y="2665624"/>
                  </a:lnTo>
                  <a:lnTo>
                    <a:pt x="23326" y="2712592"/>
                  </a:lnTo>
                  <a:lnTo>
                    <a:pt x="30369" y="2759269"/>
                  </a:lnTo>
                  <a:lnTo>
                    <a:pt x="38312" y="2805644"/>
                  </a:lnTo>
                  <a:lnTo>
                    <a:pt x="47145" y="2851709"/>
                  </a:lnTo>
                  <a:lnTo>
                    <a:pt x="56860" y="2897455"/>
                  </a:lnTo>
                  <a:lnTo>
                    <a:pt x="67447" y="2942872"/>
                  </a:lnTo>
                  <a:lnTo>
                    <a:pt x="78897" y="2987951"/>
                  </a:lnTo>
                  <a:lnTo>
                    <a:pt x="91201" y="3032683"/>
                  </a:lnTo>
                  <a:lnTo>
                    <a:pt x="104349" y="3077058"/>
                  </a:lnTo>
                  <a:lnTo>
                    <a:pt x="118333" y="3121069"/>
                  </a:lnTo>
                  <a:lnTo>
                    <a:pt x="133144" y="3164704"/>
                  </a:lnTo>
                  <a:lnTo>
                    <a:pt x="148771" y="3207955"/>
                  </a:lnTo>
                  <a:lnTo>
                    <a:pt x="165206" y="3250813"/>
                  </a:lnTo>
                  <a:lnTo>
                    <a:pt x="182440" y="3293269"/>
                  </a:lnTo>
                  <a:lnTo>
                    <a:pt x="200463" y="3335313"/>
                  </a:lnTo>
                  <a:lnTo>
                    <a:pt x="219266" y="3376937"/>
                  </a:lnTo>
                  <a:lnTo>
                    <a:pt x="238841" y="3418130"/>
                  </a:lnTo>
                  <a:lnTo>
                    <a:pt x="259177" y="3458884"/>
                  </a:lnTo>
                  <a:lnTo>
                    <a:pt x="280265" y="3499189"/>
                  </a:lnTo>
                  <a:lnTo>
                    <a:pt x="302097" y="3539037"/>
                  </a:lnTo>
                  <a:lnTo>
                    <a:pt x="324663" y="3578418"/>
                  </a:lnTo>
                  <a:lnTo>
                    <a:pt x="347954" y="3617323"/>
                  </a:lnTo>
                  <a:lnTo>
                    <a:pt x="371961" y="3655743"/>
                  </a:lnTo>
                  <a:lnTo>
                    <a:pt x="396674" y="3693668"/>
                  </a:lnTo>
                  <a:lnTo>
                    <a:pt x="422084" y="3731089"/>
                  </a:lnTo>
                  <a:lnTo>
                    <a:pt x="448183" y="3767997"/>
                  </a:lnTo>
                  <a:lnTo>
                    <a:pt x="474960" y="3804383"/>
                  </a:lnTo>
                  <a:lnTo>
                    <a:pt x="502407" y="3840238"/>
                  </a:lnTo>
                  <a:lnTo>
                    <a:pt x="530515" y="3875552"/>
                  </a:lnTo>
                  <a:lnTo>
                    <a:pt x="559273" y="3910316"/>
                  </a:lnTo>
                  <a:lnTo>
                    <a:pt x="588674" y="3944521"/>
                  </a:lnTo>
                  <a:lnTo>
                    <a:pt x="618708" y="3978158"/>
                  </a:lnTo>
                  <a:lnTo>
                    <a:pt x="649365" y="4011217"/>
                  </a:lnTo>
                  <a:lnTo>
                    <a:pt x="680636" y="4043690"/>
                  </a:lnTo>
                  <a:lnTo>
                    <a:pt x="712513" y="4075567"/>
                  </a:lnTo>
                  <a:lnTo>
                    <a:pt x="744985" y="4106839"/>
                  </a:lnTo>
                  <a:lnTo>
                    <a:pt x="778045" y="4137496"/>
                  </a:lnTo>
                  <a:lnTo>
                    <a:pt x="811681" y="4167530"/>
                  </a:lnTo>
                  <a:lnTo>
                    <a:pt x="845887" y="4196931"/>
                  </a:lnTo>
                  <a:lnTo>
                    <a:pt x="880651" y="4225690"/>
                  </a:lnTo>
                  <a:lnTo>
                    <a:pt x="915965" y="4253798"/>
                  </a:lnTo>
                  <a:lnTo>
                    <a:pt x="951820" y="4281246"/>
                  </a:lnTo>
                  <a:lnTo>
                    <a:pt x="988206" y="4308024"/>
                  </a:lnTo>
                  <a:lnTo>
                    <a:pt x="1025115" y="4334123"/>
                  </a:lnTo>
                  <a:lnTo>
                    <a:pt x="1062537" y="4359534"/>
                  </a:lnTo>
                  <a:lnTo>
                    <a:pt x="1100462" y="4384248"/>
                  </a:lnTo>
                  <a:lnTo>
                    <a:pt x="1138882" y="4408255"/>
                  </a:lnTo>
                  <a:lnTo>
                    <a:pt x="1177788" y="4431547"/>
                  </a:lnTo>
                  <a:lnTo>
                    <a:pt x="1217170" y="4454114"/>
                  </a:lnTo>
                  <a:lnTo>
                    <a:pt x="1257019" y="4475946"/>
                  </a:lnTo>
                  <a:lnTo>
                    <a:pt x="1297325" y="4497036"/>
                  </a:lnTo>
                  <a:lnTo>
                    <a:pt x="1338081" y="4517373"/>
                  </a:lnTo>
                  <a:lnTo>
                    <a:pt x="1379275" y="4536948"/>
                  </a:lnTo>
                  <a:lnTo>
                    <a:pt x="1420900" y="4555752"/>
                  </a:lnTo>
                  <a:lnTo>
                    <a:pt x="1462946" y="4573776"/>
                  </a:lnTo>
                  <a:lnTo>
                    <a:pt x="1505403" y="4591010"/>
                  </a:lnTo>
                  <a:lnTo>
                    <a:pt x="1548263" y="4607446"/>
                  </a:lnTo>
                  <a:lnTo>
                    <a:pt x="1591516" y="4623074"/>
                  </a:lnTo>
                  <a:lnTo>
                    <a:pt x="1635154" y="4637885"/>
                  </a:lnTo>
                  <a:lnTo>
                    <a:pt x="1679166" y="4651870"/>
                  </a:lnTo>
                  <a:lnTo>
                    <a:pt x="1723544" y="4665019"/>
                  </a:lnTo>
                  <a:lnTo>
                    <a:pt x="1768279" y="4677324"/>
                  </a:lnTo>
                  <a:lnTo>
                    <a:pt x="1813360" y="4688775"/>
                  </a:lnTo>
                  <a:lnTo>
                    <a:pt x="1858780" y="4699362"/>
                  </a:lnTo>
                  <a:lnTo>
                    <a:pt x="1904529" y="4709077"/>
                  </a:lnTo>
                  <a:lnTo>
                    <a:pt x="1950597" y="4717911"/>
                  </a:lnTo>
                  <a:lnTo>
                    <a:pt x="1996976" y="4725854"/>
                  </a:lnTo>
                  <a:lnTo>
                    <a:pt x="2043655" y="4732897"/>
                  </a:lnTo>
                  <a:lnTo>
                    <a:pt x="2090627" y="4739031"/>
                  </a:lnTo>
                  <a:lnTo>
                    <a:pt x="2137882" y="4744247"/>
                  </a:lnTo>
                  <a:lnTo>
                    <a:pt x="2185410" y="4748535"/>
                  </a:lnTo>
                  <a:lnTo>
                    <a:pt x="2233203" y="4751886"/>
                  </a:lnTo>
                  <a:lnTo>
                    <a:pt x="2281250" y="4754291"/>
                  </a:lnTo>
                  <a:lnTo>
                    <a:pt x="2329544" y="4755740"/>
                  </a:lnTo>
                  <a:lnTo>
                    <a:pt x="2378075" y="4756226"/>
                  </a:lnTo>
                  <a:lnTo>
                    <a:pt x="2426600" y="4755740"/>
                  </a:lnTo>
                  <a:lnTo>
                    <a:pt x="2474890" y="4754291"/>
                  </a:lnTo>
                  <a:lnTo>
                    <a:pt x="2522933" y="4751886"/>
                  </a:lnTo>
                  <a:lnTo>
                    <a:pt x="2570722" y="4748535"/>
                  </a:lnTo>
                  <a:lnTo>
                    <a:pt x="2618246" y="4744247"/>
                  </a:lnTo>
                  <a:lnTo>
                    <a:pt x="2665498" y="4739031"/>
                  </a:lnTo>
                  <a:lnTo>
                    <a:pt x="2712466" y="4732897"/>
                  </a:lnTo>
                  <a:lnTo>
                    <a:pt x="2759143" y="4725854"/>
                  </a:lnTo>
                  <a:lnTo>
                    <a:pt x="2805519" y="4717911"/>
                  </a:lnTo>
                  <a:lnTo>
                    <a:pt x="2851584" y="4709077"/>
                  </a:lnTo>
                  <a:lnTo>
                    <a:pt x="2897330" y="4699362"/>
                  </a:lnTo>
                  <a:lnTo>
                    <a:pt x="2942748" y="4688775"/>
                  </a:lnTo>
                  <a:lnTo>
                    <a:pt x="2987827" y="4677324"/>
                  </a:lnTo>
                  <a:lnTo>
                    <a:pt x="3032560" y="4665019"/>
                  </a:lnTo>
                  <a:lnTo>
                    <a:pt x="3076936" y="4651870"/>
                  </a:lnTo>
                  <a:lnTo>
                    <a:pt x="3120947" y="4637885"/>
                  </a:lnTo>
                  <a:lnTo>
                    <a:pt x="3164583" y="4623074"/>
                  </a:lnTo>
                  <a:lnTo>
                    <a:pt x="3207835" y="4607446"/>
                  </a:lnTo>
                  <a:lnTo>
                    <a:pt x="3250693" y="4591010"/>
                  </a:lnTo>
                  <a:lnTo>
                    <a:pt x="3293150" y="4573776"/>
                  </a:lnTo>
                  <a:lnTo>
                    <a:pt x="3335195" y="4555752"/>
                  </a:lnTo>
                  <a:lnTo>
                    <a:pt x="3376819" y="4536948"/>
                  </a:lnTo>
                  <a:lnTo>
                    <a:pt x="3418013" y="4517373"/>
                  </a:lnTo>
                  <a:lnTo>
                    <a:pt x="3458768" y="4497036"/>
                  </a:lnTo>
                  <a:lnTo>
                    <a:pt x="3499074" y="4475946"/>
                  </a:lnTo>
                  <a:lnTo>
                    <a:pt x="3538923" y="4454114"/>
                  </a:lnTo>
                  <a:lnTo>
                    <a:pt x="3578304" y="4431547"/>
                  </a:lnTo>
                  <a:lnTo>
                    <a:pt x="3617210" y="4408255"/>
                  </a:lnTo>
                  <a:lnTo>
                    <a:pt x="3655631" y="4384248"/>
                  </a:lnTo>
                  <a:lnTo>
                    <a:pt x="3693556" y="4359534"/>
                  </a:lnTo>
                  <a:lnTo>
                    <a:pt x="3730978" y="4334123"/>
                  </a:lnTo>
                  <a:lnTo>
                    <a:pt x="3767888" y="4308024"/>
                  </a:lnTo>
                  <a:lnTo>
                    <a:pt x="3804275" y="4281246"/>
                  </a:lnTo>
                  <a:lnTo>
                    <a:pt x="3840130" y="4253798"/>
                  </a:lnTo>
                  <a:lnTo>
                    <a:pt x="3875445" y="4225690"/>
                  </a:lnTo>
                  <a:lnTo>
                    <a:pt x="3910210" y="4196931"/>
                  </a:lnTo>
                  <a:lnTo>
                    <a:pt x="3944416" y="4167530"/>
                  </a:lnTo>
                  <a:lnTo>
                    <a:pt x="3978054" y="4137496"/>
                  </a:lnTo>
                  <a:lnTo>
                    <a:pt x="4011114" y="4106839"/>
                  </a:lnTo>
                  <a:lnTo>
                    <a:pt x="4043588" y="4075567"/>
                  </a:lnTo>
                  <a:lnTo>
                    <a:pt x="4075466" y="4043690"/>
                  </a:lnTo>
                  <a:lnTo>
                    <a:pt x="4106739" y="4011217"/>
                  </a:lnTo>
                  <a:lnTo>
                    <a:pt x="4137397" y="3978158"/>
                  </a:lnTo>
                  <a:lnTo>
                    <a:pt x="4167432" y="3944521"/>
                  </a:lnTo>
                  <a:lnTo>
                    <a:pt x="4196834" y="3910316"/>
                  </a:lnTo>
                  <a:lnTo>
                    <a:pt x="4225594" y="3875552"/>
                  </a:lnTo>
                  <a:lnTo>
                    <a:pt x="4253703" y="3840238"/>
                  </a:lnTo>
                  <a:lnTo>
                    <a:pt x="4281151" y="3804383"/>
                  </a:lnTo>
                  <a:lnTo>
                    <a:pt x="4307930" y="3767997"/>
                  </a:lnTo>
                  <a:lnTo>
                    <a:pt x="4334030" y="3731089"/>
                  </a:lnTo>
                  <a:lnTo>
                    <a:pt x="4359442" y="3693668"/>
                  </a:lnTo>
                  <a:lnTo>
                    <a:pt x="4384157" y="3655743"/>
                  </a:lnTo>
                  <a:lnTo>
                    <a:pt x="4408165" y="3617323"/>
                  </a:lnTo>
                  <a:lnTo>
                    <a:pt x="4431458" y="3578418"/>
                  </a:lnTo>
                  <a:lnTo>
                    <a:pt x="4454025" y="3539037"/>
                  </a:lnTo>
                  <a:lnTo>
                    <a:pt x="4475859" y="3499189"/>
                  </a:lnTo>
                  <a:lnTo>
                    <a:pt x="4496949" y="3458884"/>
                  </a:lnTo>
                  <a:lnTo>
                    <a:pt x="4517286" y="3418130"/>
                  </a:lnTo>
                  <a:lnTo>
                    <a:pt x="4536862" y="3376937"/>
                  </a:lnTo>
                  <a:lnTo>
                    <a:pt x="4555667" y="3335313"/>
                  </a:lnTo>
                  <a:lnTo>
                    <a:pt x="4573692" y="3293269"/>
                  </a:lnTo>
                  <a:lnTo>
                    <a:pt x="4590927" y="3250813"/>
                  </a:lnTo>
                  <a:lnTo>
                    <a:pt x="4607363" y="3207955"/>
                  </a:lnTo>
                  <a:lnTo>
                    <a:pt x="4622992" y="3164704"/>
                  </a:lnTo>
                  <a:lnTo>
                    <a:pt x="4637804" y="3121069"/>
                  </a:lnTo>
                  <a:lnTo>
                    <a:pt x="4651789" y="3077058"/>
                  </a:lnTo>
                  <a:lnTo>
                    <a:pt x="4664939" y="3032683"/>
                  </a:lnTo>
                  <a:lnTo>
                    <a:pt x="4677244" y="2987951"/>
                  </a:lnTo>
                  <a:lnTo>
                    <a:pt x="4688695" y="2942872"/>
                  </a:lnTo>
                  <a:lnTo>
                    <a:pt x="4699283" y="2897455"/>
                  </a:lnTo>
                  <a:lnTo>
                    <a:pt x="4708999" y="2851709"/>
                  </a:lnTo>
                  <a:lnTo>
                    <a:pt x="4717833" y="2805644"/>
                  </a:lnTo>
                  <a:lnTo>
                    <a:pt x="4725777" y="2759269"/>
                  </a:lnTo>
                  <a:lnTo>
                    <a:pt x="4732820" y="2712592"/>
                  </a:lnTo>
                  <a:lnTo>
                    <a:pt x="4738954" y="2665624"/>
                  </a:lnTo>
                  <a:lnTo>
                    <a:pt x="4744170" y="2618373"/>
                  </a:lnTo>
                  <a:lnTo>
                    <a:pt x="4748458" y="2570849"/>
                  </a:lnTo>
                  <a:lnTo>
                    <a:pt x="4751809" y="2523060"/>
                  </a:lnTo>
                  <a:lnTo>
                    <a:pt x="4754214" y="2475017"/>
                  </a:lnTo>
                  <a:lnTo>
                    <a:pt x="4755664" y="2426727"/>
                  </a:lnTo>
                  <a:lnTo>
                    <a:pt x="4756150" y="2378202"/>
                  </a:lnTo>
                  <a:lnTo>
                    <a:pt x="4755664" y="2329671"/>
                  </a:lnTo>
                  <a:lnTo>
                    <a:pt x="4754214" y="2281377"/>
                  </a:lnTo>
                  <a:lnTo>
                    <a:pt x="4751809" y="2233329"/>
                  </a:lnTo>
                  <a:lnTo>
                    <a:pt x="4748458" y="2185536"/>
                  </a:lnTo>
                  <a:lnTo>
                    <a:pt x="4744170" y="2138007"/>
                  </a:lnTo>
                  <a:lnTo>
                    <a:pt x="4738954" y="2090752"/>
                  </a:lnTo>
                  <a:lnTo>
                    <a:pt x="4732820" y="2043780"/>
                  </a:lnTo>
                  <a:lnTo>
                    <a:pt x="4725777" y="1997099"/>
                  </a:lnTo>
                  <a:lnTo>
                    <a:pt x="4717833" y="1950720"/>
                  </a:lnTo>
                  <a:lnTo>
                    <a:pt x="4708999" y="1904650"/>
                  </a:lnTo>
                  <a:lnTo>
                    <a:pt x="4699283" y="1858901"/>
                  </a:lnTo>
                  <a:lnTo>
                    <a:pt x="4688695" y="1813480"/>
                  </a:lnTo>
                  <a:lnTo>
                    <a:pt x="4677244" y="1768397"/>
                  </a:lnTo>
                  <a:lnTo>
                    <a:pt x="4664939" y="1723661"/>
                  </a:lnTo>
                  <a:lnTo>
                    <a:pt x="4651789" y="1679282"/>
                  </a:lnTo>
                  <a:lnTo>
                    <a:pt x="4637804" y="1635268"/>
                  </a:lnTo>
                  <a:lnTo>
                    <a:pt x="4622992" y="1591629"/>
                  </a:lnTo>
                  <a:lnTo>
                    <a:pt x="4607363" y="1548374"/>
                  </a:lnTo>
                  <a:lnTo>
                    <a:pt x="4590927" y="1505512"/>
                  </a:lnTo>
                  <a:lnTo>
                    <a:pt x="4573692" y="1463053"/>
                  </a:lnTo>
                  <a:lnTo>
                    <a:pt x="4555667" y="1421006"/>
                  </a:lnTo>
                  <a:lnTo>
                    <a:pt x="4536862" y="1379379"/>
                  </a:lnTo>
                  <a:lnTo>
                    <a:pt x="4517286" y="1338183"/>
                  </a:lnTo>
                  <a:lnTo>
                    <a:pt x="4496949" y="1297426"/>
                  </a:lnTo>
                  <a:lnTo>
                    <a:pt x="4475859" y="1257117"/>
                  </a:lnTo>
                  <a:lnTo>
                    <a:pt x="4454025" y="1217266"/>
                  </a:lnTo>
                  <a:lnTo>
                    <a:pt x="4431458" y="1177882"/>
                  </a:lnTo>
                  <a:lnTo>
                    <a:pt x="4408165" y="1138974"/>
                  </a:lnTo>
                  <a:lnTo>
                    <a:pt x="4384157" y="1100552"/>
                  </a:lnTo>
                  <a:lnTo>
                    <a:pt x="4359442" y="1062624"/>
                  </a:lnTo>
                  <a:lnTo>
                    <a:pt x="4334030" y="1025200"/>
                  </a:lnTo>
                  <a:lnTo>
                    <a:pt x="4307930" y="988290"/>
                  </a:lnTo>
                  <a:lnTo>
                    <a:pt x="4281151" y="951901"/>
                  </a:lnTo>
                  <a:lnTo>
                    <a:pt x="4253703" y="916044"/>
                  </a:lnTo>
                  <a:lnTo>
                    <a:pt x="4225594" y="880727"/>
                  </a:lnTo>
                  <a:lnTo>
                    <a:pt x="4196834" y="845961"/>
                  </a:lnTo>
                  <a:lnTo>
                    <a:pt x="4167432" y="811753"/>
                  </a:lnTo>
                  <a:lnTo>
                    <a:pt x="4137397" y="778114"/>
                  </a:lnTo>
                  <a:lnTo>
                    <a:pt x="4106739" y="745052"/>
                  </a:lnTo>
                  <a:lnTo>
                    <a:pt x="4075466" y="712577"/>
                  </a:lnTo>
                  <a:lnTo>
                    <a:pt x="4043588" y="680698"/>
                  </a:lnTo>
                  <a:lnTo>
                    <a:pt x="4011114" y="649425"/>
                  </a:lnTo>
                  <a:lnTo>
                    <a:pt x="3978054" y="618765"/>
                  </a:lnTo>
                  <a:lnTo>
                    <a:pt x="3944416" y="588729"/>
                  </a:lnTo>
                  <a:lnTo>
                    <a:pt x="3910210" y="559326"/>
                  </a:lnTo>
                  <a:lnTo>
                    <a:pt x="3875445" y="530565"/>
                  </a:lnTo>
                  <a:lnTo>
                    <a:pt x="3840130" y="502456"/>
                  </a:lnTo>
                  <a:lnTo>
                    <a:pt x="3804275" y="475006"/>
                  </a:lnTo>
                  <a:lnTo>
                    <a:pt x="3767888" y="448227"/>
                  </a:lnTo>
                  <a:lnTo>
                    <a:pt x="3730978" y="422126"/>
                  </a:lnTo>
                  <a:lnTo>
                    <a:pt x="3693556" y="396713"/>
                  </a:lnTo>
                  <a:lnTo>
                    <a:pt x="3655631" y="371998"/>
                  </a:lnTo>
                  <a:lnTo>
                    <a:pt x="3617210" y="347989"/>
                  </a:lnTo>
                  <a:lnTo>
                    <a:pt x="3578304" y="324696"/>
                  </a:lnTo>
                  <a:lnTo>
                    <a:pt x="3538923" y="302128"/>
                  </a:lnTo>
                  <a:lnTo>
                    <a:pt x="3499074" y="280294"/>
                  </a:lnTo>
                  <a:lnTo>
                    <a:pt x="3458768" y="259204"/>
                  </a:lnTo>
                  <a:lnTo>
                    <a:pt x="3418013" y="238866"/>
                  </a:lnTo>
                  <a:lnTo>
                    <a:pt x="3376819" y="219289"/>
                  </a:lnTo>
                  <a:lnTo>
                    <a:pt x="3335195" y="200484"/>
                  </a:lnTo>
                  <a:lnTo>
                    <a:pt x="3293150" y="182459"/>
                  </a:lnTo>
                  <a:lnTo>
                    <a:pt x="3250693" y="165224"/>
                  </a:lnTo>
                  <a:lnTo>
                    <a:pt x="3207835" y="148787"/>
                  </a:lnTo>
                  <a:lnTo>
                    <a:pt x="3164583" y="133158"/>
                  </a:lnTo>
                  <a:lnTo>
                    <a:pt x="3120947" y="118346"/>
                  </a:lnTo>
                  <a:lnTo>
                    <a:pt x="3076936" y="104361"/>
                  </a:lnTo>
                  <a:lnTo>
                    <a:pt x="3032560" y="91211"/>
                  </a:lnTo>
                  <a:lnTo>
                    <a:pt x="2987827" y="78905"/>
                  </a:lnTo>
                  <a:lnTo>
                    <a:pt x="2942748" y="67454"/>
                  </a:lnTo>
                  <a:lnTo>
                    <a:pt x="2897330" y="56866"/>
                  </a:lnTo>
                  <a:lnTo>
                    <a:pt x="2851584" y="47150"/>
                  </a:lnTo>
                  <a:lnTo>
                    <a:pt x="2805519" y="38316"/>
                  </a:lnTo>
                  <a:lnTo>
                    <a:pt x="2759143" y="30372"/>
                  </a:lnTo>
                  <a:lnTo>
                    <a:pt x="2712466" y="23329"/>
                  </a:lnTo>
                  <a:lnTo>
                    <a:pt x="2665498" y="17195"/>
                  </a:lnTo>
                  <a:lnTo>
                    <a:pt x="2618246" y="11979"/>
                  </a:lnTo>
                  <a:lnTo>
                    <a:pt x="2570722" y="7691"/>
                  </a:lnTo>
                  <a:lnTo>
                    <a:pt x="2522933" y="4340"/>
                  </a:lnTo>
                  <a:lnTo>
                    <a:pt x="2474890" y="1935"/>
                  </a:lnTo>
                  <a:lnTo>
                    <a:pt x="2426600" y="485"/>
                  </a:lnTo>
                  <a:lnTo>
                    <a:pt x="2378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" name="Google Shape;5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20611" y="2351659"/>
              <a:ext cx="3737102" cy="21690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1344294" y="2882645"/>
            <a:ext cx="158369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</a:t>
            </a:r>
            <a:endParaRPr/>
          </a:p>
        </p:txBody>
      </p:sp>
      <p:sp>
        <p:nvSpPr>
          <p:cNvPr id="62" name="Google Shape;62;p9"/>
          <p:cNvSpPr txBox="1"/>
          <p:nvPr/>
        </p:nvSpPr>
        <p:spPr>
          <a:xfrm>
            <a:off x="661212" y="1599412"/>
            <a:ext cx="10614600" cy="43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É uma estrutura de dados utilizada para receber vários valores, e utilização index para organizar e acessar seus elementos. Para criar uma lista podemos declarar com </a:t>
            </a:r>
            <a:r>
              <a:rPr b="1"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var </a:t>
            </a:r>
            <a:r>
              <a:rPr lang="en-US" sz="26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ou </a:t>
            </a:r>
            <a:r>
              <a:rPr b="1"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list </a:t>
            </a:r>
            <a:r>
              <a:rPr lang="en-US" sz="26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entre </a:t>
            </a:r>
            <a:r>
              <a:rPr b="1"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[ ] </a:t>
            </a:r>
            <a:r>
              <a:rPr lang="en-US" sz="2600">
                <a:solidFill>
                  <a:srgbClr val="212121"/>
                </a:solidFill>
                <a:latin typeface="Trebuchet MS"/>
                <a:ea typeface="Trebuchet MS"/>
                <a:cs typeface="Trebuchet MS"/>
                <a:sym typeface="Trebuchet MS"/>
              </a:rPr>
              <a:t>e os elementos separados com vírgula. Exemplo: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ar alunos=[‘Ana’,’Bento’,’Paulo’];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ist alunos=[‘Pedro’,’Márcio’,’Anton</a:t>
            </a: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a’];</a:t>
            </a:r>
            <a:endParaRPr sz="2600">
              <a:solidFill>
                <a:srgbClr val="21212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print (alunos);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</a:t>
            </a:r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432601" y="1720725"/>
            <a:ext cx="74844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Algumas operações em listas.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var alunos = ["Maria", "João", "Marcos"];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print(alunos);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print(alunos is List);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print(alunos.elementAt(2)); print(alunos[1]);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print(alunos.length);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Manipulação de Listas</a:t>
            </a:r>
            <a:endParaRPr/>
          </a:p>
        </p:txBody>
      </p:sp>
      <p:sp>
        <p:nvSpPr>
          <p:cNvPr id="74" name="Google Shape;74;p11"/>
          <p:cNvSpPr txBox="1"/>
          <p:nvPr/>
        </p:nvSpPr>
        <p:spPr>
          <a:xfrm>
            <a:off x="661212" y="1720723"/>
            <a:ext cx="10433685" cy="373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sng">
                <a:latin typeface="Trebuchet MS"/>
                <a:ea typeface="Trebuchet MS"/>
                <a:cs typeface="Trebuchet MS"/>
                <a:sym typeface="Trebuchet MS"/>
              </a:rPr>
              <a:t>Adicionar: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(nm_lista).add(item);- Isso adiciona um item ao final da lista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(nm_lista).addAll(items);- Isso adiciona vários itens ao final da lista.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-US" sz="2200" u="sng">
                <a:latin typeface="Trebuchet MS"/>
                <a:ea typeface="Trebuchet MS"/>
                <a:cs typeface="Trebuchet MS"/>
                <a:sym typeface="Trebuchet MS"/>
              </a:rPr>
              <a:t>Remover: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201363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(nm_lista).remove(item);- Isso remove a primeira ocorrência do item especificado (nm_lista).removeAt(1);- Isso remove o item no índice especificado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None/>
            </a:pPr>
            <a:r>
              <a:rPr lang="en-US" sz="2200">
                <a:latin typeface="Trebuchet MS"/>
                <a:ea typeface="Trebuchet MS"/>
                <a:cs typeface="Trebuchet MS"/>
                <a:sym typeface="Trebuchet MS"/>
              </a:rPr>
              <a:t>(nm_lista).removeLast();- Isso remove o último item da lista</a:t>
            </a:r>
            <a:endParaRPr sz="2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Manipulação de Listas</a:t>
            </a:r>
            <a:endParaRPr/>
          </a:p>
        </p:txBody>
      </p:sp>
      <p:sp>
        <p:nvSpPr>
          <p:cNvPr id="80" name="Google Shape;80;p12"/>
          <p:cNvSpPr txBox="1"/>
          <p:nvPr/>
        </p:nvSpPr>
        <p:spPr>
          <a:xfrm>
            <a:off x="661199" y="1710900"/>
            <a:ext cx="10370400" cy="4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Trebuchet MS"/>
                <a:ea typeface="Trebuchet MS"/>
                <a:cs typeface="Trebuchet MS"/>
                <a:sym typeface="Trebuchet MS"/>
              </a:rPr>
              <a:t>Lista dinâmica com vários tipos de dados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761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List&lt;dynamic&gt; filmeMisto = ["Harry Potter", 2001, true]; print(filmeMisto); </a:t>
            </a:r>
            <a:r>
              <a:rPr b="1" lang="en-US" sz="1800" u="sng">
                <a:latin typeface="Trebuchet MS"/>
                <a:ea typeface="Trebuchet MS"/>
                <a:cs typeface="Trebuchet MS"/>
                <a:sym typeface="Trebuchet MS"/>
              </a:rPr>
              <a:t>Adicionar um valor: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1760" lvl="0" marL="123825" marR="1531620" rtl="0" algn="l">
              <a:lnSpc>
                <a:spcPct val="1761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List&lt;String&gt; filmes = ["Homem-Aranha", "Doutor Estranho"];</a:t>
            </a:r>
            <a:endParaRPr b="1" sz="1800">
              <a:solidFill>
                <a:srgbClr val="A40A8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11760" lvl="0" marL="123825" marR="1531620" rtl="0" algn="l">
              <a:lnSpc>
                <a:spcPct val="1761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filmes.add("Batman");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111760" lvl="0" marL="123825" marR="1531620" rtl="0" algn="l">
              <a:lnSpc>
                <a:spcPct val="1761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print(filmes);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None/>
            </a:pPr>
            <a:r>
              <a:rPr b="1" lang="en-US" sz="1800" u="sng">
                <a:latin typeface="Trebuchet MS"/>
                <a:ea typeface="Trebuchet MS"/>
                <a:cs typeface="Trebuchet MS"/>
                <a:sym typeface="Trebuchet MS"/>
              </a:rPr>
              <a:t>Adicionar vários valores: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List&lt;String&gt; filmes = ["O Hobbit"];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filmes.addAll(["Interestelar", "De Volta para o Futuro", "Blade Runner"]);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print(filmes);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Manipulação de Listas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61212" y="1764918"/>
            <a:ext cx="98139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latin typeface="Trebuchet MS"/>
                <a:ea typeface="Trebuchet MS"/>
                <a:cs typeface="Trebuchet MS"/>
                <a:sym typeface="Trebuchet MS"/>
              </a:rPr>
              <a:t>Inserir em um local especifico: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481580" rtl="0" algn="l">
              <a:lnSpc>
                <a:spcPct val="203928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AFEF"/>
                </a:solidFill>
                <a:latin typeface="Consolas"/>
                <a:ea typeface="Consolas"/>
                <a:cs typeface="Consolas"/>
                <a:sym typeface="Consolas"/>
              </a:rPr>
              <a:t>List&lt;String&gt; filmes = ["Thor", "Pantera Negra"]; filmes.insert(1, "Capitão América");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64"/>
              </a:spcBef>
              <a:spcAft>
                <a:spcPts val="0"/>
              </a:spcAft>
              <a:buNone/>
            </a:pPr>
            <a:r>
              <a:rPr b="1" lang="en-US" sz="2800" u="sng">
                <a:latin typeface="Trebuchet MS"/>
                <a:ea typeface="Trebuchet MS"/>
                <a:cs typeface="Trebuchet MS"/>
                <a:sym typeface="Trebuchet MS"/>
              </a:rPr>
              <a:t>Remover um filme pelo título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81610" lvl="0" marL="193675" marR="5080" rtl="0" algn="l">
              <a:lnSpc>
                <a:spcPct val="203928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List&lt;String&gt; filmes = ["Guardião das Galáxias", "Tron", "Duna"]; filmes.remove("Tron");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680415" y="418541"/>
            <a:ext cx="23869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80434" y="1254171"/>
            <a:ext cx="105276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Solicite ao usuário uma lista de compras de produtos, quando ele apertar enter apresentar a lista.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3552441" y="2636497"/>
            <a:ext cx="5082545" cy="3648501"/>
            <a:chOff x="3552441" y="2636497"/>
            <a:chExt cx="5082545" cy="3648501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52441" y="2636497"/>
              <a:ext cx="5082545" cy="3648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29100" y="3220211"/>
              <a:ext cx="3788663" cy="1877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03160" y="2667288"/>
              <a:ext cx="4985678" cy="35530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92396" y="3258311"/>
              <a:ext cx="1719833" cy="5676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/>
          <p:nvPr/>
        </p:nvSpPr>
        <p:spPr>
          <a:xfrm>
            <a:off x="4428235" y="3324859"/>
            <a:ext cx="33363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1905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isNotEmpty em Dart é usado para verificar se uma string (ou coleção como lista, mapa ou conjunto) </a:t>
            </a:r>
            <a:r>
              <a:rPr b="1" lang="en-US" sz="2000">
                <a:latin typeface="Trebuchet MS"/>
                <a:ea typeface="Trebuchet MS"/>
                <a:cs typeface="Trebuchet MS"/>
                <a:sym typeface="Trebuchet MS"/>
              </a:rPr>
              <a:t>não está vazia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75037" y="135000"/>
            <a:ext cx="9312600" cy="6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import 'dart:io';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var produtosList = [];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String produto;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do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  print("Digite o nome do produto:  (ou pressione Enter para sair)");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  produto = stdin.readLineSync()!;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  produtosList.add(produto);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} while (produto.isNotEmpty);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print("Os produtos foram:");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for (var elementos in produtosList)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  print(elementos);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Percorrer uma lista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680425" y="1456700"/>
            <a:ext cx="106239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4450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List&lt;String&gt;	filmes	= ["Shazam","Aquaman","Liga da Justiça"];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4450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AF50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filmes.length; i++)</a:t>
            </a:r>
            <a:endParaRPr b="1" sz="2000">
              <a:solidFill>
                <a:srgbClr val="00AF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4450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AF5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print(filmes[i]);</a:t>
            </a:r>
            <a:r>
              <a:rPr b="1" lang="en-US" sz="2000">
                <a:solidFill>
                  <a:srgbClr val="00AF5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rgbClr val="00AF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31445" lvl="0" marL="273050" marR="401955" rtl="0" algn="l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891276" y="1610613"/>
            <a:ext cx="14331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80425" y="4141800"/>
            <a:ext cx="11116500" cy="1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main(){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44500" lvl="0" marL="1270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List&lt;String&gt; filmes = ["Os Incríveis", "Megamente", "Big Hero 6"];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44500" lvl="0" marL="1270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F2F9F"/>
                </a:solidFill>
                <a:latin typeface="Consolas"/>
                <a:ea typeface="Consolas"/>
                <a:cs typeface="Consolas"/>
                <a:sym typeface="Consolas"/>
              </a:rPr>
              <a:t>for (var filme in filmes) </a:t>
            </a:r>
            <a:endParaRPr b="1" sz="2000">
              <a:solidFill>
                <a:srgbClr val="6F2F9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44500" lvl="0" marL="46990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F2F9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print(filme);</a:t>
            </a:r>
            <a:r>
              <a:rPr b="1" lang="en-US" sz="2000">
                <a:solidFill>
                  <a:srgbClr val="6F2F9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rgbClr val="6F2F9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151879" y="3820490"/>
            <a:ext cx="13398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020815" y="4404740"/>
            <a:ext cx="9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891276" y="4989957"/>
            <a:ext cx="91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>
            <a:off x="713075" y="3659700"/>
            <a:ext cx="977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Percorrer uma lista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61200" y="1728350"/>
            <a:ext cx="11135700" cy="30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2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9250" marR="5080" rtl="0" algn="l">
              <a:lnSpc>
                <a:spcPct val="16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List&lt;String&gt; filmes = ["Homem-Formiga","Eternos","Venom"]; 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9250" marR="5080" rtl="0" algn="l">
              <a:lnSpc>
                <a:spcPct val="16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nsolas"/>
                <a:ea typeface="Consolas"/>
                <a:cs typeface="Consolas"/>
                <a:sym typeface="Consolas"/>
              </a:rPr>
              <a:t>filmes.forEach(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 (filme) {print("Filme: $filme");} </a:t>
            </a:r>
            <a:r>
              <a:rPr b="1" lang="en-US" sz="26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79705" rtl="0" algn="l">
              <a:lnSpc>
                <a:spcPct val="100000"/>
              </a:lnSpc>
              <a:spcBef>
                <a:spcPts val="1939"/>
              </a:spcBef>
              <a:spcAft>
                <a:spcPts val="0"/>
              </a:spcAft>
              <a:buNone/>
            </a:pP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Manipulação de Lista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661197" y="1796925"/>
            <a:ext cx="11135700" cy="3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0840AF"/>
                </a:solidFill>
                <a:latin typeface="Trebuchet MS"/>
                <a:ea typeface="Trebuchet MS"/>
                <a:cs typeface="Trebuchet MS"/>
                <a:sym typeface="Trebuchet MS"/>
              </a:rPr>
              <a:t>where() - Filtrando filmes por nome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3675" rtl="0" algn="l">
              <a:lnSpc>
                <a:spcPct val="115000"/>
              </a:lnSpc>
              <a:spcBef>
                <a:spcPts val="269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List&lt;String&gt; filmes = ["Star Wars","Star Trek","Matrix"];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2287270" rtl="0" algn="l">
              <a:lnSpc>
                <a:spcPct val="115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var starMovies = filmes.where((filme) =&gt; filme.contains("Star")).toList();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3675" rtl="0" algn="l">
              <a:lnSpc>
                <a:spcPct val="1150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print(starMovies);}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Manipulação de Lista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661212" y="1796923"/>
            <a:ext cx="106122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contains() - Verificando se um filme está na lista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b="0" lang="en-US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179705" lvl="0" marL="12700" marR="5080" rtl="0" algn="l">
              <a:lnSpc>
                <a:spcPct val="15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b="0" lang="en-US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List&lt;String&gt; filmes = ["O Exterminador do Futuro", "RoboCop", "O Predador"];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3675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None/>
            </a:pPr>
            <a:r>
              <a:rPr b="0" lang="en-US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print(filmes.contains("RoboCop")); // Saída: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b="0" lang="en-US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680415" y="418541"/>
            <a:ext cx="60026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Manipulação de Lista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661200" y="1796925"/>
            <a:ext cx="11020500" cy="4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sort() - Ordena os filmes em ordem alfabética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2675"/>
              </a:spcBef>
              <a:spcAft>
                <a:spcPts val="0"/>
              </a:spcAft>
              <a:buNone/>
            </a:pPr>
            <a:r>
              <a:rPr b="0" lang="en-US" sz="27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700" u="none">
              <a:latin typeface="Consolas"/>
              <a:ea typeface="Consolas"/>
              <a:cs typeface="Consolas"/>
              <a:sym typeface="Consolas"/>
            </a:endParaRPr>
          </a:p>
          <a:p>
            <a:pPr indent="179705" lvl="0" marL="12700" marR="0" rtl="0" algn="l">
              <a:lnSpc>
                <a:spcPct val="15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b="0" lang="en-US" sz="27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List&lt;String&gt;	filmes	=	["Alita:	Anjo	de	Combate",	"Círculo	de Fogo", "Elysium"];</a:t>
            </a:r>
            <a:endParaRPr sz="2700" u="none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3675" marR="0" rtl="0" algn="l">
              <a:lnSpc>
                <a:spcPct val="179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0" lang="en-US" sz="27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filmes.sort();</a:t>
            </a:r>
            <a:endParaRPr b="0" sz="2700" u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3675" marR="0" rtl="0" algn="l">
              <a:lnSpc>
                <a:spcPct val="179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0" lang="en-US" sz="27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print(filmes);</a:t>
            </a:r>
            <a:endParaRPr b="0" sz="2700" u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79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0" lang="en-US" sz="27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700" u="none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ctrTitle"/>
          </p:nvPr>
        </p:nvSpPr>
        <p:spPr>
          <a:xfrm>
            <a:off x="680457" y="418550"/>
            <a:ext cx="100785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Quando usar o método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trim()?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680437" y="1404678"/>
            <a:ext cx="106140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Usamos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objeto.trim() 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para: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Trebuchet MS"/>
                <a:ea typeface="Trebuchet MS"/>
                <a:cs typeface="Trebuchet MS"/>
                <a:sym typeface="Trebuchet MS"/>
              </a:rPr>
              <a:t>Evitar entradas inválidas:</a:t>
            </a:r>
            <a:endParaRPr b="1"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Se o usuário digitar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" maçã "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o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trim()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 remove os espaços extras, armazenando apenas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"maçã"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Trebuchet MS"/>
                <a:ea typeface="Trebuchet MS"/>
                <a:cs typeface="Trebuchet MS"/>
                <a:sym typeface="Trebuchet MS"/>
              </a:rPr>
              <a:t>Garantir comparações corretas:</a:t>
            </a:r>
            <a:endParaRPr b="1"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Sem o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trim()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"maçã"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 e </a:t>
            </a:r>
            <a:r>
              <a:rPr b="1" lang="en-US" sz="2100">
                <a:latin typeface="Consolas"/>
                <a:ea typeface="Consolas"/>
                <a:cs typeface="Consolas"/>
                <a:sym typeface="Consolas"/>
              </a:rPr>
              <a:t>" maçã "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 seriam considerados itens diferentes na lista.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Trebuchet MS"/>
                <a:ea typeface="Trebuchet MS"/>
                <a:cs typeface="Trebuchet MS"/>
                <a:sym typeface="Trebuchet MS"/>
              </a:rPr>
              <a:t>Melhorar a consistência dos dados:</a:t>
            </a:r>
            <a:endParaRPr b="1"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Impede que a lista fique com itens "sujos" (ex.: </a:t>
            </a: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"leite "</a:t>
            </a: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ctrTitle"/>
          </p:nvPr>
        </p:nvSpPr>
        <p:spPr>
          <a:xfrm>
            <a:off x="680415" y="418541"/>
            <a:ext cx="23871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680437" y="1404678"/>
            <a:ext cx="106140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arabi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Criar uma lista que receba os nomes dos alunos, e apresente em ordem alfabética em ordem crescente.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arabi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Crie um programa em Dart que simule uma lista de compras usando um menu interativo com switch-case. O programa deve permitir: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2" marL="13716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romanL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Adicionar itens à lista.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2" marL="13716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romanL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Remover itens da lista.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2" marL="13716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romanL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Exibir todos os itens da lista.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2" marL="13716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romanL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Verificar se um item específico está na lista.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2" marL="13716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rebuchet MS"/>
              <a:buAutoNum type="romanLcParenR"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Sair do programa.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rebuchet MS"/>
                <a:ea typeface="Trebuchet MS"/>
                <a:cs typeface="Trebuchet MS"/>
                <a:sym typeface="Trebuchet MS"/>
              </a:rPr>
              <a:t>O menu deve ser exibido repetidamente até que o usuário escolha a opção de sair. Faça os tratamentos de erros necessários.</a:t>
            </a:r>
            <a:endParaRPr sz="21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