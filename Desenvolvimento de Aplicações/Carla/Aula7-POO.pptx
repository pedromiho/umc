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12192000"/>
  <p:notesSz cx="12192000" cy="685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1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4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5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6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6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7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7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8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8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9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9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0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1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2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2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3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3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4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4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/>
          <p:nvPr>
            <p:ph type="title"/>
          </p:nvPr>
        </p:nvSpPr>
        <p:spPr>
          <a:xfrm>
            <a:off x="680415" y="418541"/>
            <a:ext cx="5998845" cy="697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" type="body"/>
          </p:nvPr>
        </p:nvSpPr>
        <p:spPr>
          <a:xfrm>
            <a:off x="661212" y="1582953"/>
            <a:ext cx="10613390" cy="271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/>
          <p:nvPr>
            <p:ph type="title"/>
          </p:nvPr>
        </p:nvSpPr>
        <p:spPr>
          <a:xfrm>
            <a:off x="680415" y="418541"/>
            <a:ext cx="5998845" cy="697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" type="body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2" type="body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680415" y="418541"/>
            <a:ext cx="5998845" cy="697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>
  <p:cSld name="Blank">
    <p:bg>
      <p:bgPr>
        <a:solidFill>
          <a:schemeClr val="lt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subTitle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0212525" y="6254791"/>
            <a:ext cx="1809219" cy="568236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/>
          <p:nvPr/>
        </p:nvSpPr>
        <p:spPr>
          <a:xfrm>
            <a:off x="0" y="0"/>
            <a:ext cx="161290" cy="6858000"/>
          </a:xfrm>
          <a:custGeom>
            <a:rect b="b" l="l" r="r" t="t"/>
            <a:pathLst>
              <a:path extrusionOk="0" h="6858000" w="161290">
                <a:moveTo>
                  <a:pt x="161112" y="0"/>
                </a:moveTo>
                <a:lnTo>
                  <a:pt x="0" y="0"/>
                </a:lnTo>
                <a:lnTo>
                  <a:pt x="0" y="6858000"/>
                </a:lnTo>
                <a:lnTo>
                  <a:pt x="161112" y="6858000"/>
                </a:lnTo>
                <a:lnTo>
                  <a:pt x="161112" y="0"/>
                </a:lnTo>
                <a:close/>
              </a:path>
            </a:pathLst>
          </a:custGeom>
          <a:solidFill>
            <a:srgbClr val="0840A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" name="Google Shape;8;p1"/>
          <p:cNvSpPr/>
          <p:nvPr/>
        </p:nvSpPr>
        <p:spPr>
          <a:xfrm>
            <a:off x="210134" y="0"/>
            <a:ext cx="54610" cy="6858000"/>
          </a:xfrm>
          <a:custGeom>
            <a:rect b="b" l="l" r="r" t="t"/>
            <a:pathLst>
              <a:path extrusionOk="0" h="6858000" w="54610">
                <a:moveTo>
                  <a:pt x="54339" y="0"/>
                </a:moveTo>
                <a:lnTo>
                  <a:pt x="0" y="0"/>
                </a:lnTo>
                <a:lnTo>
                  <a:pt x="0" y="6857999"/>
                </a:lnTo>
                <a:lnTo>
                  <a:pt x="54339" y="6858000"/>
                </a:lnTo>
                <a:lnTo>
                  <a:pt x="54339" y="0"/>
                </a:lnTo>
                <a:close/>
              </a:path>
            </a:pathLst>
          </a:custGeom>
          <a:solidFill>
            <a:srgbClr val="5B9BD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" name="Google Shape;9;p1"/>
          <p:cNvSpPr txBox="1"/>
          <p:nvPr>
            <p:ph type="title"/>
          </p:nvPr>
        </p:nvSpPr>
        <p:spPr>
          <a:xfrm>
            <a:off x="680415" y="418541"/>
            <a:ext cx="5998845" cy="697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" name="Google Shape;10;p1"/>
          <p:cNvSpPr txBox="1"/>
          <p:nvPr>
            <p:ph idx="1" type="body"/>
          </p:nvPr>
        </p:nvSpPr>
        <p:spPr>
          <a:xfrm>
            <a:off x="661212" y="1582953"/>
            <a:ext cx="10613390" cy="271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" name="Google Shape;13;p1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3"/>
            <a:ext cx="12192038" cy="6858003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7"/>
          <p:cNvSpPr txBox="1"/>
          <p:nvPr>
            <p:ph type="title"/>
          </p:nvPr>
        </p:nvSpPr>
        <p:spPr>
          <a:xfrm>
            <a:off x="1206195" y="2688793"/>
            <a:ext cx="4407535" cy="1214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3800">
            <a:spAutoFit/>
          </a:bodyPr>
          <a:lstStyle/>
          <a:p>
            <a:pPr indent="0" lvl="0" marL="12700" marR="5080" rtl="0" algn="l">
              <a:lnSpc>
                <a:spcPct val="108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00">
                <a:solidFill>
                  <a:srgbClr val="FFFFFF"/>
                </a:solidFill>
              </a:rPr>
              <a:t>Desenvolvimento de Aplicações</a:t>
            </a:r>
            <a:endParaRPr sz="4100"/>
          </a:p>
        </p:txBody>
      </p:sp>
      <p:sp>
        <p:nvSpPr>
          <p:cNvPr id="48" name="Google Shape;48;p7"/>
          <p:cNvSpPr txBox="1"/>
          <p:nvPr/>
        </p:nvSpPr>
        <p:spPr>
          <a:xfrm>
            <a:off x="1206195" y="4741240"/>
            <a:ext cx="3458100" cy="8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1395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24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Prof. Leonardo Torres</a:t>
            </a:r>
            <a:endParaRPr b="1" sz="24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l">
              <a:lnSpc>
                <a:spcPct val="113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leonardotorres@umc.br</a:t>
            </a:r>
            <a:endParaRPr sz="2400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49" name="Google Shape;49;p7"/>
          <p:cNvGrpSpPr/>
          <p:nvPr/>
        </p:nvGrpSpPr>
        <p:grpSpPr>
          <a:xfrm>
            <a:off x="6390640" y="1062482"/>
            <a:ext cx="4756150" cy="4756785"/>
            <a:chOff x="6390640" y="1062482"/>
            <a:chExt cx="4756150" cy="4756785"/>
          </a:xfrm>
        </p:grpSpPr>
        <p:sp>
          <p:nvSpPr>
            <p:cNvPr id="50" name="Google Shape;50;p7"/>
            <p:cNvSpPr/>
            <p:nvPr/>
          </p:nvSpPr>
          <p:spPr>
            <a:xfrm>
              <a:off x="6390640" y="1062482"/>
              <a:ext cx="4756150" cy="4756785"/>
            </a:xfrm>
            <a:custGeom>
              <a:rect b="b" l="l" r="r" t="t"/>
              <a:pathLst>
                <a:path extrusionOk="0" h="4756785" w="4756150">
                  <a:moveTo>
                    <a:pt x="2378075" y="0"/>
                  </a:moveTo>
                  <a:lnTo>
                    <a:pt x="2329544" y="485"/>
                  </a:lnTo>
                  <a:lnTo>
                    <a:pt x="2281250" y="1935"/>
                  </a:lnTo>
                  <a:lnTo>
                    <a:pt x="2233203" y="4340"/>
                  </a:lnTo>
                  <a:lnTo>
                    <a:pt x="2185410" y="7691"/>
                  </a:lnTo>
                  <a:lnTo>
                    <a:pt x="2137882" y="11979"/>
                  </a:lnTo>
                  <a:lnTo>
                    <a:pt x="2090627" y="17195"/>
                  </a:lnTo>
                  <a:lnTo>
                    <a:pt x="2043655" y="23329"/>
                  </a:lnTo>
                  <a:lnTo>
                    <a:pt x="1996976" y="30372"/>
                  </a:lnTo>
                  <a:lnTo>
                    <a:pt x="1950597" y="38316"/>
                  </a:lnTo>
                  <a:lnTo>
                    <a:pt x="1904529" y="47150"/>
                  </a:lnTo>
                  <a:lnTo>
                    <a:pt x="1858780" y="56866"/>
                  </a:lnTo>
                  <a:lnTo>
                    <a:pt x="1813360" y="67454"/>
                  </a:lnTo>
                  <a:lnTo>
                    <a:pt x="1768279" y="78905"/>
                  </a:lnTo>
                  <a:lnTo>
                    <a:pt x="1723544" y="91211"/>
                  </a:lnTo>
                  <a:lnTo>
                    <a:pt x="1679166" y="104361"/>
                  </a:lnTo>
                  <a:lnTo>
                    <a:pt x="1635154" y="118346"/>
                  </a:lnTo>
                  <a:lnTo>
                    <a:pt x="1591516" y="133158"/>
                  </a:lnTo>
                  <a:lnTo>
                    <a:pt x="1548263" y="148787"/>
                  </a:lnTo>
                  <a:lnTo>
                    <a:pt x="1505403" y="165224"/>
                  </a:lnTo>
                  <a:lnTo>
                    <a:pt x="1462946" y="182459"/>
                  </a:lnTo>
                  <a:lnTo>
                    <a:pt x="1420900" y="200484"/>
                  </a:lnTo>
                  <a:lnTo>
                    <a:pt x="1379275" y="219289"/>
                  </a:lnTo>
                  <a:lnTo>
                    <a:pt x="1338081" y="238866"/>
                  </a:lnTo>
                  <a:lnTo>
                    <a:pt x="1297325" y="259204"/>
                  </a:lnTo>
                  <a:lnTo>
                    <a:pt x="1257019" y="280294"/>
                  </a:lnTo>
                  <a:lnTo>
                    <a:pt x="1217170" y="302128"/>
                  </a:lnTo>
                  <a:lnTo>
                    <a:pt x="1177788" y="324696"/>
                  </a:lnTo>
                  <a:lnTo>
                    <a:pt x="1138882" y="347989"/>
                  </a:lnTo>
                  <a:lnTo>
                    <a:pt x="1100462" y="371998"/>
                  </a:lnTo>
                  <a:lnTo>
                    <a:pt x="1062537" y="396713"/>
                  </a:lnTo>
                  <a:lnTo>
                    <a:pt x="1025115" y="422126"/>
                  </a:lnTo>
                  <a:lnTo>
                    <a:pt x="988206" y="448227"/>
                  </a:lnTo>
                  <a:lnTo>
                    <a:pt x="951820" y="475006"/>
                  </a:lnTo>
                  <a:lnTo>
                    <a:pt x="915965" y="502456"/>
                  </a:lnTo>
                  <a:lnTo>
                    <a:pt x="880651" y="530565"/>
                  </a:lnTo>
                  <a:lnTo>
                    <a:pt x="845887" y="559326"/>
                  </a:lnTo>
                  <a:lnTo>
                    <a:pt x="811681" y="588729"/>
                  </a:lnTo>
                  <a:lnTo>
                    <a:pt x="778045" y="618765"/>
                  </a:lnTo>
                  <a:lnTo>
                    <a:pt x="744985" y="649425"/>
                  </a:lnTo>
                  <a:lnTo>
                    <a:pt x="712513" y="680698"/>
                  </a:lnTo>
                  <a:lnTo>
                    <a:pt x="680636" y="712577"/>
                  </a:lnTo>
                  <a:lnTo>
                    <a:pt x="649365" y="745052"/>
                  </a:lnTo>
                  <a:lnTo>
                    <a:pt x="618708" y="778114"/>
                  </a:lnTo>
                  <a:lnTo>
                    <a:pt x="588674" y="811753"/>
                  </a:lnTo>
                  <a:lnTo>
                    <a:pt x="559273" y="845961"/>
                  </a:lnTo>
                  <a:lnTo>
                    <a:pt x="530515" y="880727"/>
                  </a:lnTo>
                  <a:lnTo>
                    <a:pt x="502407" y="916044"/>
                  </a:lnTo>
                  <a:lnTo>
                    <a:pt x="474960" y="951901"/>
                  </a:lnTo>
                  <a:lnTo>
                    <a:pt x="448183" y="988290"/>
                  </a:lnTo>
                  <a:lnTo>
                    <a:pt x="422084" y="1025200"/>
                  </a:lnTo>
                  <a:lnTo>
                    <a:pt x="396674" y="1062624"/>
                  </a:lnTo>
                  <a:lnTo>
                    <a:pt x="371961" y="1100552"/>
                  </a:lnTo>
                  <a:lnTo>
                    <a:pt x="347954" y="1138974"/>
                  </a:lnTo>
                  <a:lnTo>
                    <a:pt x="324663" y="1177882"/>
                  </a:lnTo>
                  <a:lnTo>
                    <a:pt x="302097" y="1217266"/>
                  </a:lnTo>
                  <a:lnTo>
                    <a:pt x="280265" y="1257117"/>
                  </a:lnTo>
                  <a:lnTo>
                    <a:pt x="259177" y="1297426"/>
                  </a:lnTo>
                  <a:lnTo>
                    <a:pt x="238841" y="1338183"/>
                  </a:lnTo>
                  <a:lnTo>
                    <a:pt x="219266" y="1379379"/>
                  </a:lnTo>
                  <a:lnTo>
                    <a:pt x="200463" y="1421006"/>
                  </a:lnTo>
                  <a:lnTo>
                    <a:pt x="182440" y="1463053"/>
                  </a:lnTo>
                  <a:lnTo>
                    <a:pt x="165206" y="1505512"/>
                  </a:lnTo>
                  <a:lnTo>
                    <a:pt x="148771" y="1548374"/>
                  </a:lnTo>
                  <a:lnTo>
                    <a:pt x="133144" y="1591629"/>
                  </a:lnTo>
                  <a:lnTo>
                    <a:pt x="118333" y="1635268"/>
                  </a:lnTo>
                  <a:lnTo>
                    <a:pt x="104349" y="1679282"/>
                  </a:lnTo>
                  <a:lnTo>
                    <a:pt x="91201" y="1723661"/>
                  </a:lnTo>
                  <a:lnTo>
                    <a:pt x="78897" y="1768397"/>
                  </a:lnTo>
                  <a:lnTo>
                    <a:pt x="67447" y="1813480"/>
                  </a:lnTo>
                  <a:lnTo>
                    <a:pt x="56860" y="1858901"/>
                  </a:lnTo>
                  <a:lnTo>
                    <a:pt x="47145" y="1904650"/>
                  </a:lnTo>
                  <a:lnTo>
                    <a:pt x="38312" y="1950719"/>
                  </a:lnTo>
                  <a:lnTo>
                    <a:pt x="30369" y="1997099"/>
                  </a:lnTo>
                  <a:lnTo>
                    <a:pt x="23326" y="2043780"/>
                  </a:lnTo>
                  <a:lnTo>
                    <a:pt x="17193" y="2090752"/>
                  </a:lnTo>
                  <a:lnTo>
                    <a:pt x="11978" y="2138007"/>
                  </a:lnTo>
                  <a:lnTo>
                    <a:pt x="7690" y="2185536"/>
                  </a:lnTo>
                  <a:lnTo>
                    <a:pt x="4339" y="2233329"/>
                  </a:lnTo>
                  <a:lnTo>
                    <a:pt x="1934" y="2281377"/>
                  </a:lnTo>
                  <a:lnTo>
                    <a:pt x="485" y="2329671"/>
                  </a:lnTo>
                  <a:lnTo>
                    <a:pt x="0" y="2378202"/>
                  </a:lnTo>
                  <a:lnTo>
                    <a:pt x="485" y="2426727"/>
                  </a:lnTo>
                  <a:lnTo>
                    <a:pt x="1934" y="2475017"/>
                  </a:lnTo>
                  <a:lnTo>
                    <a:pt x="4339" y="2523060"/>
                  </a:lnTo>
                  <a:lnTo>
                    <a:pt x="7690" y="2570849"/>
                  </a:lnTo>
                  <a:lnTo>
                    <a:pt x="11978" y="2618373"/>
                  </a:lnTo>
                  <a:lnTo>
                    <a:pt x="17193" y="2665624"/>
                  </a:lnTo>
                  <a:lnTo>
                    <a:pt x="23326" y="2712592"/>
                  </a:lnTo>
                  <a:lnTo>
                    <a:pt x="30369" y="2759269"/>
                  </a:lnTo>
                  <a:lnTo>
                    <a:pt x="38312" y="2805644"/>
                  </a:lnTo>
                  <a:lnTo>
                    <a:pt x="47145" y="2851709"/>
                  </a:lnTo>
                  <a:lnTo>
                    <a:pt x="56860" y="2897455"/>
                  </a:lnTo>
                  <a:lnTo>
                    <a:pt x="67447" y="2942872"/>
                  </a:lnTo>
                  <a:lnTo>
                    <a:pt x="78897" y="2987951"/>
                  </a:lnTo>
                  <a:lnTo>
                    <a:pt x="91201" y="3032683"/>
                  </a:lnTo>
                  <a:lnTo>
                    <a:pt x="104349" y="3077058"/>
                  </a:lnTo>
                  <a:lnTo>
                    <a:pt x="118333" y="3121069"/>
                  </a:lnTo>
                  <a:lnTo>
                    <a:pt x="133144" y="3164704"/>
                  </a:lnTo>
                  <a:lnTo>
                    <a:pt x="148771" y="3207955"/>
                  </a:lnTo>
                  <a:lnTo>
                    <a:pt x="165206" y="3250813"/>
                  </a:lnTo>
                  <a:lnTo>
                    <a:pt x="182440" y="3293269"/>
                  </a:lnTo>
                  <a:lnTo>
                    <a:pt x="200463" y="3335313"/>
                  </a:lnTo>
                  <a:lnTo>
                    <a:pt x="219266" y="3376937"/>
                  </a:lnTo>
                  <a:lnTo>
                    <a:pt x="238841" y="3418130"/>
                  </a:lnTo>
                  <a:lnTo>
                    <a:pt x="259177" y="3458884"/>
                  </a:lnTo>
                  <a:lnTo>
                    <a:pt x="280265" y="3499189"/>
                  </a:lnTo>
                  <a:lnTo>
                    <a:pt x="302097" y="3539037"/>
                  </a:lnTo>
                  <a:lnTo>
                    <a:pt x="324663" y="3578418"/>
                  </a:lnTo>
                  <a:lnTo>
                    <a:pt x="347954" y="3617323"/>
                  </a:lnTo>
                  <a:lnTo>
                    <a:pt x="371961" y="3655743"/>
                  </a:lnTo>
                  <a:lnTo>
                    <a:pt x="396674" y="3693668"/>
                  </a:lnTo>
                  <a:lnTo>
                    <a:pt x="422084" y="3731089"/>
                  </a:lnTo>
                  <a:lnTo>
                    <a:pt x="448183" y="3767997"/>
                  </a:lnTo>
                  <a:lnTo>
                    <a:pt x="474960" y="3804383"/>
                  </a:lnTo>
                  <a:lnTo>
                    <a:pt x="502407" y="3840238"/>
                  </a:lnTo>
                  <a:lnTo>
                    <a:pt x="530515" y="3875552"/>
                  </a:lnTo>
                  <a:lnTo>
                    <a:pt x="559273" y="3910316"/>
                  </a:lnTo>
                  <a:lnTo>
                    <a:pt x="588674" y="3944521"/>
                  </a:lnTo>
                  <a:lnTo>
                    <a:pt x="618708" y="3978158"/>
                  </a:lnTo>
                  <a:lnTo>
                    <a:pt x="649365" y="4011217"/>
                  </a:lnTo>
                  <a:lnTo>
                    <a:pt x="680636" y="4043690"/>
                  </a:lnTo>
                  <a:lnTo>
                    <a:pt x="712513" y="4075567"/>
                  </a:lnTo>
                  <a:lnTo>
                    <a:pt x="744985" y="4106839"/>
                  </a:lnTo>
                  <a:lnTo>
                    <a:pt x="778045" y="4137496"/>
                  </a:lnTo>
                  <a:lnTo>
                    <a:pt x="811681" y="4167530"/>
                  </a:lnTo>
                  <a:lnTo>
                    <a:pt x="845887" y="4196931"/>
                  </a:lnTo>
                  <a:lnTo>
                    <a:pt x="880651" y="4225690"/>
                  </a:lnTo>
                  <a:lnTo>
                    <a:pt x="915965" y="4253798"/>
                  </a:lnTo>
                  <a:lnTo>
                    <a:pt x="951820" y="4281246"/>
                  </a:lnTo>
                  <a:lnTo>
                    <a:pt x="988206" y="4308024"/>
                  </a:lnTo>
                  <a:lnTo>
                    <a:pt x="1025115" y="4334123"/>
                  </a:lnTo>
                  <a:lnTo>
                    <a:pt x="1062537" y="4359534"/>
                  </a:lnTo>
                  <a:lnTo>
                    <a:pt x="1100462" y="4384248"/>
                  </a:lnTo>
                  <a:lnTo>
                    <a:pt x="1138882" y="4408255"/>
                  </a:lnTo>
                  <a:lnTo>
                    <a:pt x="1177788" y="4431547"/>
                  </a:lnTo>
                  <a:lnTo>
                    <a:pt x="1217170" y="4454114"/>
                  </a:lnTo>
                  <a:lnTo>
                    <a:pt x="1257019" y="4475946"/>
                  </a:lnTo>
                  <a:lnTo>
                    <a:pt x="1297325" y="4497036"/>
                  </a:lnTo>
                  <a:lnTo>
                    <a:pt x="1338081" y="4517373"/>
                  </a:lnTo>
                  <a:lnTo>
                    <a:pt x="1379275" y="4536948"/>
                  </a:lnTo>
                  <a:lnTo>
                    <a:pt x="1420900" y="4555752"/>
                  </a:lnTo>
                  <a:lnTo>
                    <a:pt x="1462946" y="4573776"/>
                  </a:lnTo>
                  <a:lnTo>
                    <a:pt x="1505403" y="4591010"/>
                  </a:lnTo>
                  <a:lnTo>
                    <a:pt x="1548263" y="4607446"/>
                  </a:lnTo>
                  <a:lnTo>
                    <a:pt x="1591516" y="4623074"/>
                  </a:lnTo>
                  <a:lnTo>
                    <a:pt x="1635154" y="4637885"/>
                  </a:lnTo>
                  <a:lnTo>
                    <a:pt x="1679166" y="4651870"/>
                  </a:lnTo>
                  <a:lnTo>
                    <a:pt x="1723544" y="4665019"/>
                  </a:lnTo>
                  <a:lnTo>
                    <a:pt x="1768279" y="4677324"/>
                  </a:lnTo>
                  <a:lnTo>
                    <a:pt x="1813360" y="4688775"/>
                  </a:lnTo>
                  <a:lnTo>
                    <a:pt x="1858780" y="4699362"/>
                  </a:lnTo>
                  <a:lnTo>
                    <a:pt x="1904529" y="4709077"/>
                  </a:lnTo>
                  <a:lnTo>
                    <a:pt x="1950597" y="4717911"/>
                  </a:lnTo>
                  <a:lnTo>
                    <a:pt x="1996976" y="4725854"/>
                  </a:lnTo>
                  <a:lnTo>
                    <a:pt x="2043655" y="4732897"/>
                  </a:lnTo>
                  <a:lnTo>
                    <a:pt x="2090627" y="4739031"/>
                  </a:lnTo>
                  <a:lnTo>
                    <a:pt x="2137882" y="4744247"/>
                  </a:lnTo>
                  <a:lnTo>
                    <a:pt x="2185410" y="4748535"/>
                  </a:lnTo>
                  <a:lnTo>
                    <a:pt x="2233203" y="4751886"/>
                  </a:lnTo>
                  <a:lnTo>
                    <a:pt x="2281250" y="4754291"/>
                  </a:lnTo>
                  <a:lnTo>
                    <a:pt x="2329544" y="4755740"/>
                  </a:lnTo>
                  <a:lnTo>
                    <a:pt x="2378075" y="4756226"/>
                  </a:lnTo>
                  <a:lnTo>
                    <a:pt x="2426600" y="4755740"/>
                  </a:lnTo>
                  <a:lnTo>
                    <a:pt x="2474890" y="4754291"/>
                  </a:lnTo>
                  <a:lnTo>
                    <a:pt x="2522933" y="4751886"/>
                  </a:lnTo>
                  <a:lnTo>
                    <a:pt x="2570722" y="4748535"/>
                  </a:lnTo>
                  <a:lnTo>
                    <a:pt x="2618246" y="4744247"/>
                  </a:lnTo>
                  <a:lnTo>
                    <a:pt x="2665498" y="4739031"/>
                  </a:lnTo>
                  <a:lnTo>
                    <a:pt x="2712466" y="4732897"/>
                  </a:lnTo>
                  <a:lnTo>
                    <a:pt x="2759143" y="4725854"/>
                  </a:lnTo>
                  <a:lnTo>
                    <a:pt x="2805519" y="4717911"/>
                  </a:lnTo>
                  <a:lnTo>
                    <a:pt x="2851584" y="4709077"/>
                  </a:lnTo>
                  <a:lnTo>
                    <a:pt x="2897330" y="4699362"/>
                  </a:lnTo>
                  <a:lnTo>
                    <a:pt x="2942748" y="4688775"/>
                  </a:lnTo>
                  <a:lnTo>
                    <a:pt x="2987827" y="4677324"/>
                  </a:lnTo>
                  <a:lnTo>
                    <a:pt x="3032560" y="4665019"/>
                  </a:lnTo>
                  <a:lnTo>
                    <a:pt x="3076936" y="4651870"/>
                  </a:lnTo>
                  <a:lnTo>
                    <a:pt x="3120947" y="4637885"/>
                  </a:lnTo>
                  <a:lnTo>
                    <a:pt x="3164583" y="4623074"/>
                  </a:lnTo>
                  <a:lnTo>
                    <a:pt x="3207835" y="4607446"/>
                  </a:lnTo>
                  <a:lnTo>
                    <a:pt x="3250693" y="4591010"/>
                  </a:lnTo>
                  <a:lnTo>
                    <a:pt x="3293150" y="4573776"/>
                  </a:lnTo>
                  <a:lnTo>
                    <a:pt x="3335195" y="4555752"/>
                  </a:lnTo>
                  <a:lnTo>
                    <a:pt x="3376819" y="4536948"/>
                  </a:lnTo>
                  <a:lnTo>
                    <a:pt x="3418013" y="4517373"/>
                  </a:lnTo>
                  <a:lnTo>
                    <a:pt x="3458768" y="4497036"/>
                  </a:lnTo>
                  <a:lnTo>
                    <a:pt x="3499074" y="4475946"/>
                  </a:lnTo>
                  <a:lnTo>
                    <a:pt x="3538923" y="4454114"/>
                  </a:lnTo>
                  <a:lnTo>
                    <a:pt x="3578304" y="4431547"/>
                  </a:lnTo>
                  <a:lnTo>
                    <a:pt x="3617210" y="4408255"/>
                  </a:lnTo>
                  <a:lnTo>
                    <a:pt x="3655631" y="4384248"/>
                  </a:lnTo>
                  <a:lnTo>
                    <a:pt x="3693556" y="4359534"/>
                  </a:lnTo>
                  <a:lnTo>
                    <a:pt x="3730978" y="4334123"/>
                  </a:lnTo>
                  <a:lnTo>
                    <a:pt x="3767888" y="4308024"/>
                  </a:lnTo>
                  <a:lnTo>
                    <a:pt x="3804275" y="4281246"/>
                  </a:lnTo>
                  <a:lnTo>
                    <a:pt x="3840130" y="4253798"/>
                  </a:lnTo>
                  <a:lnTo>
                    <a:pt x="3875445" y="4225690"/>
                  </a:lnTo>
                  <a:lnTo>
                    <a:pt x="3910210" y="4196931"/>
                  </a:lnTo>
                  <a:lnTo>
                    <a:pt x="3944416" y="4167530"/>
                  </a:lnTo>
                  <a:lnTo>
                    <a:pt x="3978054" y="4137496"/>
                  </a:lnTo>
                  <a:lnTo>
                    <a:pt x="4011114" y="4106839"/>
                  </a:lnTo>
                  <a:lnTo>
                    <a:pt x="4043588" y="4075567"/>
                  </a:lnTo>
                  <a:lnTo>
                    <a:pt x="4075466" y="4043690"/>
                  </a:lnTo>
                  <a:lnTo>
                    <a:pt x="4106739" y="4011217"/>
                  </a:lnTo>
                  <a:lnTo>
                    <a:pt x="4137397" y="3978158"/>
                  </a:lnTo>
                  <a:lnTo>
                    <a:pt x="4167432" y="3944521"/>
                  </a:lnTo>
                  <a:lnTo>
                    <a:pt x="4196834" y="3910316"/>
                  </a:lnTo>
                  <a:lnTo>
                    <a:pt x="4225594" y="3875552"/>
                  </a:lnTo>
                  <a:lnTo>
                    <a:pt x="4253703" y="3840238"/>
                  </a:lnTo>
                  <a:lnTo>
                    <a:pt x="4281151" y="3804383"/>
                  </a:lnTo>
                  <a:lnTo>
                    <a:pt x="4307930" y="3767997"/>
                  </a:lnTo>
                  <a:lnTo>
                    <a:pt x="4334030" y="3731089"/>
                  </a:lnTo>
                  <a:lnTo>
                    <a:pt x="4359442" y="3693668"/>
                  </a:lnTo>
                  <a:lnTo>
                    <a:pt x="4384157" y="3655743"/>
                  </a:lnTo>
                  <a:lnTo>
                    <a:pt x="4408165" y="3617323"/>
                  </a:lnTo>
                  <a:lnTo>
                    <a:pt x="4431458" y="3578418"/>
                  </a:lnTo>
                  <a:lnTo>
                    <a:pt x="4454025" y="3539037"/>
                  </a:lnTo>
                  <a:lnTo>
                    <a:pt x="4475859" y="3499189"/>
                  </a:lnTo>
                  <a:lnTo>
                    <a:pt x="4496949" y="3458884"/>
                  </a:lnTo>
                  <a:lnTo>
                    <a:pt x="4517286" y="3418130"/>
                  </a:lnTo>
                  <a:lnTo>
                    <a:pt x="4536862" y="3376937"/>
                  </a:lnTo>
                  <a:lnTo>
                    <a:pt x="4555667" y="3335313"/>
                  </a:lnTo>
                  <a:lnTo>
                    <a:pt x="4573692" y="3293269"/>
                  </a:lnTo>
                  <a:lnTo>
                    <a:pt x="4590927" y="3250813"/>
                  </a:lnTo>
                  <a:lnTo>
                    <a:pt x="4607363" y="3207955"/>
                  </a:lnTo>
                  <a:lnTo>
                    <a:pt x="4622992" y="3164704"/>
                  </a:lnTo>
                  <a:lnTo>
                    <a:pt x="4637804" y="3121069"/>
                  </a:lnTo>
                  <a:lnTo>
                    <a:pt x="4651789" y="3077058"/>
                  </a:lnTo>
                  <a:lnTo>
                    <a:pt x="4664939" y="3032683"/>
                  </a:lnTo>
                  <a:lnTo>
                    <a:pt x="4677244" y="2987951"/>
                  </a:lnTo>
                  <a:lnTo>
                    <a:pt x="4688695" y="2942872"/>
                  </a:lnTo>
                  <a:lnTo>
                    <a:pt x="4699283" y="2897455"/>
                  </a:lnTo>
                  <a:lnTo>
                    <a:pt x="4708999" y="2851709"/>
                  </a:lnTo>
                  <a:lnTo>
                    <a:pt x="4717833" y="2805644"/>
                  </a:lnTo>
                  <a:lnTo>
                    <a:pt x="4725777" y="2759269"/>
                  </a:lnTo>
                  <a:lnTo>
                    <a:pt x="4732820" y="2712592"/>
                  </a:lnTo>
                  <a:lnTo>
                    <a:pt x="4738954" y="2665624"/>
                  </a:lnTo>
                  <a:lnTo>
                    <a:pt x="4744170" y="2618373"/>
                  </a:lnTo>
                  <a:lnTo>
                    <a:pt x="4748458" y="2570849"/>
                  </a:lnTo>
                  <a:lnTo>
                    <a:pt x="4751809" y="2523060"/>
                  </a:lnTo>
                  <a:lnTo>
                    <a:pt x="4754214" y="2475017"/>
                  </a:lnTo>
                  <a:lnTo>
                    <a:pt x="4755664" y="2426727"/>
                  </a:lnTo>
                  <a:lnTo>
                    <a:pt x="4756150" y="2378202"/>
                  </a:lnTo>
                  <a:lnTo>
                    <a:pt x="4755664" y="2329671"/>
                  </a:lnTo>
                  <a:lnTo>
                    <a:pt x="4754214" y="2281377"/>
                  </a:lnTo>
                  <a:lnTo>
                    <a:pt x="4751809" y="2233329"/>
                  </a:lnTo>
                  <a:lnTo>
                    <a:pt x="4748458" y="2185536"/>
                  </a:lnTo>
                  <a:lnTo>
                    <a:pt x="4744170" y="2138007"/>
                  </a:lnTo>
                  <a:lnTo>
                    <a:pt x="4738954" y="2090752"/>
                  </a:lnTo>
                  <a:lnTo>
                    <a:pt x="4732820" y="2043780"/>
                  </a:lnTo>
                  <a:lnTo>
                    <a:pt x="4725777" y="1997099"/>
                  </a:lnTo>
                  <a:lnTo>
                    <a:pt x="4717833" y="1950720"/>
                  </a:lnTo>
                  <a:lnTo>
                    <a:pt x="4708999" y="1904650"/>
                  </a:lnTo>
                  <a:lnTo>
                    <a:pt x="4699283" y="1858901"/>
                  </a:lnTo>
                  <a:lnTo>
                    <a:pt x="4688695" y="1813480"/>
                  </a:lnTo>
                  <a:lnTo>
                    <a:pt x="4677244" y="1768397"/>
                  </a:lnTo>
                  <a:lnTo>
                    <a:pt x="4664939" y="1723661"/>
                  </a:lnTo>
                  <a:lnTo>
                    <a:pt x="4651789" y="1679282"/>
                  </a:lnTo>
                  <a:lnTo>
                    <a:pt x="4637804" y="1635268"/>
                  </a:lnTo>
                  <a:lnTo>
                    <a:pt x="4622992" y="1591629"/>
                  </a:lnTo>
                  <a:lnTo>
                    <a:pt x="4607363" y="1548374"/>
                  </a:lnTo>
                  <a:lnTo>
                    <a:pt x="4590927" y="1505512"/>
                  </a:lnTo>
                  <a:lnTo>
                    <a:pt x="4573692" y="1463053"/>
                  </a:lnTo>
                  <a:lnTo>
                    <a:pt x="4555667" y="1421006"/>
                  </a:lnTo>
                  <a:lnTo>
                    <a:pt x="4536862" y="1379379"/>
                  </a:lnTo>
                  <a:lnTo>
                    <a:pt x="4517286" y="1338183"/>
                  </a:lnTo>
                  <a:lnTo>
                    <a:pt x="4496949" y="1297426"/>
                  </a:lnTo>
                  <a:lnTo>
                    <a:pt x="4475859" y="1257117"/>
                  </a:lnTo>
                  <a:lnTo>
                    <a:pt x="4454025" y="1217266"/>
                  </a:lnTo>
                  <a:lnTo>
                    <a:pt x="4431458" y="1177882"/>
                  </a:lnTo>
                  <a:lnTo>
                    <a:pt x="4408165" y="1138974"/>
                  </a:lnTo>
                  <a:lnTo>
                    <a:pt x="4384157" y="1100552"/>
                  </a:lnTo>
                  <a:lnTo>
                    <a:pt x="4359442" y="1062624"/>
                  </a:lnTo>
                  <a:lnTo>
                    <a:pt x="4334030" y="1025200"/>
                  </a:lnTo>
                  <a:lnTo>
                    <a:pt x="4307930" y="988290"/>
                  </a:lnTo>
                  <a:lnTo>
                    <a:pt x="4281151" y="951901"/>
                  </a:lnTo>
                  <a:lnTo>
                    <a:pt x="4253703" y="916044"/>
                  </a:lnTo>
                  <a:lnTo>
                    <a:pt x="4225594" y="880727"/>
                  </a:lnTo>
                  <a:lnTo>
                    <a:pt x="4196834" y="845961"/>
                  </a:lnTo>
                  <a:lnTo>
                    <a:pt x="4167432" y="811753"/>
                  </a:lnTo>
                  <a:lnTo>
                    <a:pt x="4137397" y="778114"/>
                  </a:lnTo>
                  <a:lnTo>
                    <a:pt x="4106739" y="745052"/>
                  </a:lnTo>
                  <a:lnTo>
                    <a:pt x="4075466" y="712577"/>
                  </a:lnTo>
                  <a:lnTo>
                    <a:pt x="4043588" y="680698"/>
                  </a:lnTo>
                  <a:lnTo>
                    <a:pt x="4011114" y="649425"/>
                  </a:lnTo>
                  <a:lnTo>
                    <a:pt x="3978054" y="618765"/>
                  </a:lnTo>
                  <a:lnTo>
                    <a:pt x="3944416" y="588729"/>
                  </a:lnTo>
                  <a:lnTo>
                    <a:pt x="3910210" y="559326"/>
                  </a:lnTo>
                  <a:lnTo>
                    <a:pt x="3875445" y="530565"/>
                  </a:lnTo>
                  <a:lnTo>
                    <a:pt x="3840130" y="502456"/>
                  </a:lnTo>
                  <a:lnTo>
                    <a:pt x="3804275" y="475006"/>
                  </a:lnTo>
                  <a:lnTo>
                    <a:pt x="3767888" y="448227"/>
                  </a:lnTo>
                  <a:lnTo>
                    <a:pt x="3730978" y="422126"/>
                  </a:lnTo>
                  <a:lnTo>
                    <a:pt x="3693556" y="396713"/>
                  </a:lnTo>
                  <a:lnTo>
                    <a:pt x="3655631" y="371998"/>
                  </a:lnTo>
                  <a:lnTo>
                    <a:pt x="3617210" y="347989"/>
                  </a:lnTo>
                  <a:lnTo>
                    <a:pt x="3578304" y="324696"/>
                  </a:lnTo>
                  <a:lnTo>
                    <a:pt x="3538923" y="302128"/>
                  </a:lnTo>
                  <a:lnTo>
                    <a:pt x="3499074" y="280294"/>
                  </a:lnTo>
                  <a:lnTo>
                    <a:pt x="3458768" y="259204"/>
                  </a:lnTo>
                  <a:lnTo>
                    <a:pt x="3418013" y="238866"/>
                  </a:lnTo>
                  <a:lnTo>
                    <a:pt x="3376819" y="219289"/>
                  </a:lnTo>
                  <a:lnTo>
                    <a:pt x="3335195" y="200484"/>
                  </a:lnTo>
                  <a:lnTo>
                    <a:pt x="3293150" y="182459"/>
                  </a:lnTo>
                  <a:lnTo>
                    <a:pt x="3250693" y="165224"/>
                  </a:lnTo>
                  <a:lnTo>
                    <a:pt x="3207835" y="148787"/>
                  </a:lnTo>
                  <a:lnTo>
                    <a:pt x="3164583" y="133158"/>
                  </a:lnTo>
                  <a:lnTo>
                    <a:pt x="3120947" y="118346"/>
                  </a:lnTo>
                  <a:lnTo>
                    <a:pt x="3076936" y="104361"/>
                  </a:lnTo>
                  <a:lnTo>
                    <a:pt x="3032560" y="91211"/>
                  </a:lnTo>
                  <a:lnTo>
                    <a:pt x="2987827" y="78905"/>
                  </a:lnTo>
                  <a:lnTo>
                    <a:pt x="2942748" y="67454"/>
                  </a:lnTo>
                  <a:lnTo>
                    <a:pt x="2897330" y="56866"/>
                  </a:lnTo>
                  <a:lnTo>
                    <a:pt x="2851584" y="47150"/>
                  </a:lnTo>
                  <a:lnTo>
                    <a:pt x="2805519" y="38316"/>
                  </a:lnTo>
                  <a:lnTo>
                    <a:pt x="2759143" y="30372"/>
                  </a:lnTo>
                  <a:lnTo>
                    <a:pt x="2712466" y="23329"/>
                  </a:lnTo>
                  <a:lnTo>
                    <a:pt x="2665498" y="17195"/>
                  </a:lnTo>
                  <a:lnTo>
                    <a:pt x="2618246" y="11979"/>
                  </a:lnTo>
                  <a:lnTo>
                    <a:pt x="2570722" y="7691"/>
                  </a:lnTo>
                  <a:lnTo>
                    <a:pt x="2522933" y="4340"/>
                  </a:lnTo>
                  <a:lnTo>
                    <a:pt x="2474890" y="1935"/>
                  </a:lnTo>
                  <a:lnTo>
                    <a:pt x="2426600" y="485"/>
                  </a:lnTo>
                  <a:lnTo>
                    <a:pt x="237807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51" name="Google Shape;51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920611" y="2351659"/>
              <a:ext cx="3737102" cy="216903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"/>
          <p:cNvSpPr txBox="1"/>
          <p:nvPr>
            <p:ph type="title"/>
          </p:nvPr>
        </p:nvSpPr>
        <p:spPr>
          <a:xfrm>
            <a:off x="680415" y="418541"/>
            <a:ext cx="5998845" cy="697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Classe</a:t>
            </a:r>
            <a:endParaRPr/>
          </a:p>
        </p:txBody>
      </p:sp>
      <p:sp>
        <p:nvSpPr>
          <p:cNvPr id="57" name="Google Shape;57;p8"/>
          <p:cNvSpPr txBox="1"/>
          <p:nvPr/>
        </p:nvSpPr>
        <p:spPr>
          <a:xfrm>
            <a:off x="680437" y="1271718"/>
            <a:ext cx="10611600" cy="53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latin typeface="Trebuchet MS"/>
                <a:ea typeface="Trebuchet MS"/>
                <a:cs typeface="Trebuchet MS"/>
                <a:sym typeface="Trebuchet MS"/>
              </a:rPr>
              <a:t>Em orientação a objetos uma classe é uma estrutura onde definimos quais suas propriedades (atributos) e quais seus comportamentos (métodos). Uma classe define as características de um grupo de objetos (relógio da Maria, do José pertence a classe relógio).</a:t>
            </a:r>
            <a:endParaRPr sz="2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latin typeface="Trebuchet MS"/>
                <a:ea typeface="Trebuchet MS"/>
                <a:cs typeface="Trebuchet MS"/>
                <a:sym typeface="Trebuchet MS"/>
              </a:rPr>
              <a:t>Para uma classe atribuímos a palavra reservada </a:t>
            </a:r>
            <a:r>
              <a:rPr b="1" lang="en-US" sz="2800"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-US" sz="2800">
                <a:latin typeface="Trebuchet MS"/>
                <a:ea typeface="Trebuchet MS"/>
                <a:cs typeface="Trebuchet MS"/>
                <a:sym typeface="Trebuchet MS"/>
              </a:rPr>
              <a:t>, começa com letra maiúsculas e suas estruturas ficam dentro de </a:t>
            </a:r>
            <a:r>
              <a:rPr b="1" lang="en-US" sz="2800">
                <a:latin typeface="Consolas"/>
                <a:ea typeface="Consolas"/>
                <a:cs typeface="Consolas"/>
                <a:sym typeface="Consolas"/>
              </a:rPr>
              <a:t>{}</a:t>
            </a:r>
            <a:r>
              <a:rPr lang="en-US" sz="2800"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endParaRPr sz="2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680415" y="418541"/>
            <a:ext cx="5998845" cy="697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Objetos</a:t>
            </a:r>
            <a:endParaRPr/>
          </a:p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661212" y="1582953"/>
            <a:ext cx="10613400" cy="25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715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 objeto é a concretização da classe, enquanto a classe é a ideia que se tem o objeto.</a:t>
            </a:r>
            <a:endParaRPr/>
          </a:p>
          <a:p>
            <a:pPr indent="0" lvl="0" marL="12700" marR="5080" rtl="0" algn="just">
              <a:lnSpc>
                <a:spcPct val="150000"/>
              </a:lnSpc>
              <a:spcBef>
                <a:spcPts val="994"/>
              </a:spcBef>
              <a:spcAft>
                <a:spcPts val="0"/>
              </a:spcAft>
              <a:buNone/>
            </a:pPr>
            <a:r>
              <a:rPr lang="en-US"/>
              <a:t>Todo objeto pertence a uma classe, ele tem um nome único e sua própria existência.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0"/>
          <p:cNvSpPr txBox="1"/>
          <p:nvPr>
            <p:ph type="title"/>
          </p:nvPr>
        </p:nvSpPr>
        <p:spPr>
          <a:xfrm>
            <a:off x="532587" y="457"/>
            <a:ext cx="4763135" cy="697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Classes e Objetos</a:t>
            </a:r>
            <a:endParaRPr/>
          </a:p>
        </p:txBody>
      </p:sp>
      <p:sp>
        <p:nvSpPr>
          <p:cNvPr id="69" name="Google Shape;69;p10"/>
          <p:cNvSpPr/>
          <p:nvPr/>
        </p:nvSpPr>
        <p:spPr>
          <a:xfrm>
            <a:off x="410186" y="1851067"/>
            <a:ext cx="5307965" cy="2304415"/>
          </a:xfrm>
          <a:custGeom>
            <a:rect b="b" l="l" r="r" t="t"/>
            <a:pathLst>
              <a:path extrusionOk="0" h="2304415" w="5307965">
                <a:moveTo>
                  <a:pt x="43698" y="4021"/>
                </a:moveTo>
                <a:lnTo>
                  <a:pt x="111041" y="3390"/>
                </a:lnTo>
                <a:lnTo>
                  <a:pt x="178184" y="2817"/>
                </a:lnTo>
                <a:lnTo>
                  <a:pt x="245125" y="2302"/>
                </a:lnTo>
                <a:lnTo>
                  <a:pt x="311858" y="1843"/>
                </a:lnTo>
                <a:lnTo>
                  <a:pt x="378380" y="1438"/>
                </a:lnTo>
                <a:lnTo>
                  <a:pt x="444688" y="1087"/>
                </a:lnTo>
                <a:lnTo>
                  <a:pt x="510777" y="787"/>
                </a:lnTo>
                <a:lnTo>
                  <a:pt x="576644" y="538"/>
                </a:lnTo>
                <a:lnTo>
                  <a:pt x="642284" y="338"/>
                </a:lnTo>
                <a:lnTo>
                  <a:pt x="707694" y="185"/>
                </a:lnTo>
                <a:lnTo>
                  <a:pt x="772870" y="79"/>
                </a:lnTo>
                <a:lnTo>
                  <a:pt x="837808" y="17"/>
                </a:lnTo>
                <a:lnTo>
                  <a:pt x="902504" y="0"/>
                </a:lnTo>
                <a:lnTo>
                  <a:pt x="966954" y="24"/>
                </a:lnTo>
                <a:lnTo>
                  <a:pt x="1031155" y="89"/>
                </a:lnTo>
                <a:lnTo>
                  <a:pt x="1095102" y="193"/>
                </a:lnTo>
                <a:lnTo>
                  <a:pt x="1158792" y="335"/>
                </a:lnTo>
                <a:lnTo>
                  <a:pt x="1222221" y="513"/>
                </a:lnTo>
                <a:lnTo>
                  <a:pt x="1285385" y="727"/>
                </a:lnTo>
                <a:lnTo>
                  <a:pt x="1348280" y="975"/>
                </a:lnTo>
                <a:lnTo>
                  <a:pt x="1410902" y="1255"/>
                </a:lnTo>
                <a:lnTo>
                  <a:pt x="1473248" y="1566"/>
                </a:lnTo>
                <a:lnTo>
                  <a:pt x="1535313" y="1906"/>
                </a:lnTo>
                <a:lnTo>
                  <a:pt x="1597093" y="2275"/>
                </a:lnTo>
                <a:lnTo>
                  <a:pt x="1658586" y="2671"/>
                </a:lnTo>
                <a:lnTo>
                  <a:pt x="1719786" y="3092"/>
                </a:lnTo>
                <a:lnTo>
                  <a:pt x="1780690" y="3537"/>
                </a:lnTo>
                <a:lnTo>
                  <a:pt x="1841295" y="4005"/>
                </a:lnTo>
                <a:lnTo>
                  <a:pt x="1901595" y="4494"/>
                </a:lnTo>
                <a:lnTo>
                  <a:pt x="1961589" y="5003"/>
                </a:lnTo>
                <a:lnTo>
                  <a:pt x="2021270" y="5531"/>
                </a:lnTo>
                <a:lnTo>
                  <a:pt x="2080637" y="6075"/>
                </a:lnTo>
                <a:lnTo>
                  <a:pt x="2139684" y="6636"/>
                </a:lnTo>
                <a:lnTo>
                  <a:pt x="2198408" y="7210"/>
                </a:lnTo>
                <a:lnTo>
                  <a:pt x="2256805" y="7798"/>
                </a:lnTo>
                <a:lnTo>
                  <a:pt x="2314871" y="8397"/>
                </a:lnTo>
                <a:lnTo>
                  <a:pt x="2372603" y="9007"/>
                </a:lnTo>
                <a:lnTo>
                  <a:pt x="2429996" y="9625"/>
                </a:lnTo>
                <a:lnTo>
                  <a:pt x="2487047" y="10251"/>
                </a:lnTo>
                <a:lnTo>
                  <a:pt x="2543752" y="10883"/>
                </a:lnTo>
                <a:lnTo>
                  <a:pt x="2600106" y="11519"/>
                </a:lnTo>
                <a:lnTo>
                  <a:pt x="2656106" y="12159"/>
                </a:lnTo>
                <a:lnTo>
                  <a:pt x="2711749" y="12800"/>
                </a:lnTo>
                <a:lnTo>
                  <a:pt x="2767029" y="13442"/>
                </a:lnTo>
                <a:lnTo>
                  <a:pt x="2821945" y="14083"/>
                </a:lnTo>
                <a:lnTo>
                  <a:pt x="2876490" y="14722"/>
                </a:lnTo>
                <a:lnTo>
                  <a:pt x="2930663" y="15357"/>
                </a:lnTo>
                <a:lnTo>
                  <a:pt x="2984458" y="15987"/>
                </a:lnTo>
                <a:lnTo>
                  <a:pt x="3037872" y="16610"/>
                </a:lnTo>
                <a:lnTo>
                  <a:pt x="3090901" y="17226"/>
                </a:lnTo>
                <a:lnTo>
                  <a:pt x="3143541" y="17833"/>
                </a:lnTo>
                <a:lnTo>
                  <a:pt x="3195789" y="18428"/>
                </a:lnTo>
                <a:lnTo>
                  <a:pt x="3247640" y="19012"/>
                </a:lnTo>
                <a:lnTo>
                  <a:pt x="3299090" y="19583"/>
                </a:lnTo>
                <a:lnTo>
                  <a:pt x="3350137" y="20138"/>
                </a:lnTo>
                <a:lnTo>
                  <a:pt x="3400775" y="20678"/>
                </a:lnTo>
                <a:lnTo>
                  <a:pt x="3451001" y="21200"/>
                </a:lnTo>
                <a:lnTo>
                  <a:pt x="3500811" y="21703"/>
                </a:lnTo>
                <a:lnTo>
                  <a:pt x="3550201" y="22185"/>
                </a:lnTo>
                <a:lnTo>
                  <a:pt x="3599168" y="22646"/>
                </a:lnTo>
                <a:lnTo>
                  <a:pt x="3647708" y="23084"/>
                </a:lnTo>
                <a:lnTo>
                  <a:pt x="3695816" y="23498"/>
                </a:lnTo>
                <a:lnTo>
                  <a:pt x="3743488" y="23885"/>
                </a:lnTo>
                <a:lnTo>
                  <a:pt x="3790722" y="24245"/>
                </a:lnTo>
                <a:lnTo>
                  <a:pt x="3837513" y="24577"/>
                </a:lnTo>
                <a:lnTo>
                  <a:pt x="3883856" y="24878"/>
                </a:lnTo>
                <a:lnTo>
                  <a:pt x="3929750" y="25148"/>
                </a:lnTo>
                <a:lnTo>
                  <a:pt x="3975188" y="25386"/>
                </a:lnTo>
                <a:lnTo>
                  <a:pt x="4020168" y="25589"/>
                </a:lnTo>
                <a:lnTo>
                  <a:pt x="4064686" y="25756"/>
                </a:lnTo>
                <a:lnTo>
                  <a:pt x="4108738" y="25887"/>
                </a:lnTo>
                <a:lnTo>
                  <a:pt x="4152319" y="25979"/>
                </a:lnTo>
                <a:lnTo>
                  <a:pt x="4195427" y="26031"/>
                </a:lnTo>
                <a:lnTo>
                  <a:pt x="4238057" y="26042"/>
                </a:lnTo>
                <a:lnTo>
                  <a:pt x="4280205" y="26011"/>
                </a:lnTo>
                <a:lnTo>
                  <a:pt x="4321868" y="25936"/>
                </a:lnTo>
                <a:lnTo>
                  <a:pt x="4363041" y="25815"/>
                </a:lnTo>
                <a:lnTo>
                  <a:pt x="4403721" y="25648"/>
                </a:lnTo>
                <a:lnTo>
                  <a:pt x="4443904" y="25433"/>
                </a:lnTo>
                <a:lnTo>
                  <a:pt x="4483586" y="25168"/>
                </a:lnTo>
                <a:lnTo>
                  <a:pt x="4522763" y="24852"/>
                </a:lnTo>
                <a:lnTo>
                  <a:pt x="4561431" y="24485"/>
                </a:lnTo>
                <a:lnTo>
                  <a:pt x="4599587" y="24063"/>
                </a:lnTo>
                <a:lnTo>
                  <a:pt x="4674345" y="23054"/>
                </a:lnTo>
                <a:lnTo>
                  <a:pt x="4747007" y="21813"/>
                </a:lnTo>
                <a:lnTo>
                  <a:pt x="4817540" y="20330"/>
                </a:lnTo>
                <a:lnTo>
                  <a:pt x="4885915" y="18594"/>
                </a:lnTo>
                <a:lnTo>
                  <a:pt x="4952101" y="16594"/>
                </a:lnTo>
                <a:lnTo>
                  <a:pt x="5016066" y="14318"/>
                </a:lnTo>
                <a:lnTo>
                  <a:pt x="5077779" y="11755"/>
                </a:lnTo>
                <a:lnTo>
                  <a:pt x="5137210" y="8895"/>
                </a:lnTo>
                <a:lnTo>
                  <a:pt x="5194327" y="5725"/>
                </a:lnTo>
                <a:lnTo>
                  <a:pt x="5222009" y="4021"/>
                </a:lnTo>
                <a:lnTo>
                  <a:pt x="5231937" y="77195"/>
                </a:lnTo>
                <a:lnTo>
                  <a:pt x="5241160" y="147688"/>
                </a:lnTo>
                <a:lnTo>
                  <a:pt x="5249695" y="215612"/>
                </a:lnTo>
                <a:lnTo>
                  <a:pt x="5257561" y="281080"/>
                </a:lnTo>
                <a:lnTo>
                  <a:pt x="5264776" y="344204"/>
                </a:lnTo>
                <a:lnTo>
                  <a:pt x="5271357" y="405097"/>
                </a:lnTo>
                <a:lnTo>
                  <a:pt x="5277323" y="463870"/>
                </a:lnTo>
                <a:lnTo>
                  <a:pt x="5282691" y="520637"/>
                </a:lnTo>
                <a:lnTo>
                  <a:pt x="5287480" y="575509"/>
                </a:lnTo>
                <a:lnTo>
                  <a:pt x="5291708" y="628600"/>
                </a:lnTo>
                <a:lnTo>
                  <a:pt x="5295392" y="680021"/>
                </a:lnTo>
                <a:lnTo>
                  <a:pt x="5298551" y="729885"/>
                </a:lnTo>
                <a:lnTo>
                  <a:pt x="5301203" y="778304"/>
                </a:lnTo>
                <a:lnTo>
                  <a:pt x="5303365" y="825391"/>
                </a:lnTo>
                <a:lnTo>
                  <a:pt x="5305056" y="871258"/>
                </a:lnTo>
                <a:lnTo>
                  <a:pt x="5306294" y="916017"/>
                </a:lnTo>
                <a:lnTo>
                  <a:pt x="5307097" y="959781"/>
                </a:lnTo>
                <a:lnTo>
                  <a:pt x="5307482" y="1002662"/>
                </a:lnTo>
                <a:lnTo>
                  <a:pt x="5307468" y="1044773"/>
                </a:lnTo>
                <a:lnTo>
                  <a:pt x="5307073" y="1086226"/>
                </a:lnTo>
                <a:lnTo>
                  <a:pt x="5306315" y="1127133"/>
                </a:lnTo>
                <a:lnTo>
                  <a:pt x="5305211" y="1167606"/>
                </a:lnTo>
                <a:lnTo>
                  <a:pt x="5303781" y="1207759"/>
                </a:lnTo>
                <a:lnTo>
                  <a:pt x="5302041" y="1247703"/>
                </a:lnTo>
                <a:lnTo>
                  <a:pt x="5300010" y="1287552"/>
                </a:lnTo>
                <a:lnTo>
                  <a:pt x="5297706" y="1327416"/>
                </a:lnTo>
                <a:lnTo>
                  <a:pt x="5295147" y="1367409"/>
                </a:lnTo>
                <a:lnTo>
                  <a:pt x="5292351" y="1407643"/>
                </a:lnTo>
                <a:lnTo>
                  <a:pt x="5289335" y="1448231"/>
                </a:lnTo>
                <a:lnTo>
                  <a:pt x="5286119" y="1489284"/>
                </a:lnTo>
                <a:lnTo>
                  <a:pt x="5282719" y="1530916"/>
                </a:lnTo>
                <a:lnTo>
                  <a:pt x="5279155" y="1573238"/>
                </a:lnTo>
                <a:lnTo>
                  <a:pt x="5275443" y="1616363"/>
                </a:lnTo>
                <a:lnTo>
                  <a:pt x="5271603" y="1660404"/>
                </a:lnTo>
                <a:lnTo>
                  <a:pt x="5267651" y="1705472"/>
                </a:lnTo>
                <a:lnTo>
                  <a:pt x="5263607" y="1751681"/>
                </a:lnTo>
                <a:lnTo>
                  <a:pt x="5259487" y="1799142"/>
                </a:lnTo>
                <a:lnTo>
                  <a:pt x="5255310" y="1847967"/>
                </a:lnTo>
                <a:lnTo>
                  <a:pt x="5251095" y="1898271"/>
                </a:lnTo>
                <a:lnTo>
                  <a:pt x="5246858" y="1950163"/>
                </a:lnTo>
                <a:lnTo>
                  <a:pt x="5242619" y="2003758"/>
                </a:lnTo>
                <a:lnTo>
                  <a:pt x="5238395" y="2059168"/>
                </a:lnTo>
                <a:lnTo>
                  <a:pt x="5234204" y="2116504"/>
                </a:lnTo>
                <a:lnTo>
                  <a:pt x="5230064" y="2175879"/>
                </a:lnTo>
                <a:lnTo>
                  <a:pt x="5225993" y="2237406"/>
                </a:lnTo>
                <a:lnTo>
                  <a:pt x="5222009" y="2301197"/>
                </a:lnTo>
                <a:lnTo>
                  <a:pt x="5201896" y="2301960"/>
                </a:lnTo>
                <a:lnTo>
                  <a:pt x="5158756" y="2303136"/>
                </a:lnTo>
                <a:lnTo>
                  <a:pt x="5111803" y="2303869"/>
                </a:lnTo>
                <a:lnTo>
                  <a:pt x="5061126" y="2304183"/>
                </a:lnTo>
                <a:lnTo>
                  <a:pt x="5034419" y="2304191"/>
                </a:lnTo>
                <a:lnTo>
                  <a:pt x="5006814" y="2304103"/>
                </a:lnTo>
                <a:lnTo>
                  <a:pt x="4948954" y="2303652"/>
                </a:lnTo>
                <a:lnTo>
                  <a:pt x="4887634" y="2302856"/>
                </a:lnTo>
                <a:lnTo>
                  <a:pt x="4822945" y="2301738"/>
                </a:lnTo>
                <a:lnTo>
                  <a:pt x="4754973" y="2300324"/>
                </a:lnTo>
                <a:lnTo>
                  <a:pt x="4683807" y="2298638"/>
                </a:lnTo>
                <a:lnTo>
                  <a:pt x="4609535" y="2296703"/>
                </a:lnTo>
                <a:lnTo>
                  <a:pt x="4571262" y="2295651"/>
                </a:lnTo>
                <a:lnTo>
                  <a:pt x="4532246" y="2294545"/>
                </a:lnTo>
                <a:lnTo>
                  <a:pt x="4492498" y="2293390"/>
                </a:lnTo>
                <a:lnTo>
                  <a:pt x="4452029" y="2292189"/>
                </a:lnTo>
                <a:lnTo>
                  <a:pt x="4410849" y="2290943"/>
                </a:lnTo>
                <a:lnTo>
                  <a:pt x="4368970" y="2289657"/>
                </a:lnTo>
                <a:lnTo>
                  <a:pt x="4326404" y="2288334"/>
                </a:lnTo>
                <a:lnTo>
                  <a:pt x="4283160" y="2286976"/>
                </a:lnTo>
                <a:lnTo>
                  <a:pt x="4239250" y="2285587"/>
                </a:lnTo>
                <a:lnTo>
                  <a:pt x="4194686" y="2284169"/>
                </a:lnTo>
                <a:lnTo>
                  <a:pt x="4149478" y="2282726"/>
                </a:lnTo>
                <a:lnTo>
                  <a:pt x="4103637" y="2281261"/>
                </a:lnTo>
                <a:lnTo>
                  <a:pt x="4057174" y="2279777"/>
                </a:lnTo>
                <a:lnTo>
                  <a:pt x="4010100" y="2278276"/>
                </a:lnTo>
                <a:lnTo>
                  <a:pt x="3962427" y="2276763"/>
                </a:lnTo>
                <a:lnTo>
                  <a:pt x="3914165" y="2275239"/>
                </a:lnTo>
                <a:lnTo>
                  <a:pt x="3865326" y="2273709"/>
                </a:lnTo>
                <a:lnTo>
                  <a:pt x="3815920" y="2272175"/>
                </a:lnTo>
                <a:lnTo>
                  <a:pt x="3765958" y="2270639"/>
                </a:lnTo>
                <a:lnTo>
                  <a:pt x="3715452" y="2269107"/>
                </a:lnTo>
                <a:lnTo>
                  <a:pt x="3664413" y="2267579"/>
                </a:lnTo>
                <a:lnTo>
                  <a:pt x="3612851" y="2266060"/>
                </a:lnTo>
                <a:lnTo>
                  <a:pt x="3560778" y="2264552"/>
                </a:lnTo>
                <a:lnTo>
                  <a:pt x="3508205" y="2263058"/>
                </a:lnTo>
                <a:lnTo>
                  <a:pt x="3455143" y="2261582"/>
                </a:lnTo>
                <a:lnTo>
                  <a:pt x="3401602" y="2260127"/>
                </a:lnTo>
                <a:lnTo>
                  <a:pt x="3347595" y="2258695"/>
                </a:lnTo>
                <a:lnTo>
                  <a:pt x="3293131" y="2257290"/>
                </a:lnTo>
                <a:lnTo>
                  <a:pt x="3238222" y="2255915"/>
                </a:lnTo>
                <a:lnTo>
                  <a:pt x="3182879" y="2254572"/>
                </a:lnTo>
                <a:lnTo>
                  <a:pt x="3127114" y="2253266"/>
                </a:lnTo>
                <a:lnTo>
                  <a:pt x="3070936" y="2251998"/>
                </a:lnTo>
                <a:lnTo>
                  <a:pt x="3014358" y="2250772"/>
                </a:lnTo>
                <a:lnTo>
                  <a:pt x="2957389" y="2249591"/>
                </a:lnTo>
                <a:lnTo>
                  <a:pt x="2900042" y="2248459"/>
                </a:lnTo>
                <a:lnTo>
                  <a:pt x="2842328" y="2247377"/>
                </a:lnTo>
                <a:lnTo>
                  <a:pt x="2784256" y="2246350"/>
                </a:lnTo>
                <a:lnTo>
                  <a:pt x="2725840" y="2245380"/>
                </a:lnTo>
                <a:lnTo>
                  <a:pt x="2667088" y="2244470"/>
                </a:lnTo>
                <a:lnTo>
                  <a:pt x="2608013" y="2243624"/>
                </a:lnTo>
                <a:lnTo>
                  <a:pt x="2548625" y="2242843"/>
                </a:lnTo>
                <a:lnTo>
                  <a:pt x="2488937" y="2242133"/>
                </a:lnTo>
                <a:lnTo>
                  <a:pt x="2428957" y="2241495"/>
                </a:lnTo>
                <a:lnTo>
                  <a:pt x="2368699" y="2240933"/>
                </a:lnTo>
                <a:lnTo>
                  <a:pt x="2308172" y="2240449"/>
                </a:lnTo>
                <a:lnTo>
                  <a:pt x="2247387" y="2240047"/>
                </a:lnTo>
                <a:lnTo>
                  <a:pt x="2186357" y="2239729"/>
                </a:lnTo>
                <a:lnTo>
                  <a:pt x="2125091" y="2239500"/>
                </a:lnTo>
                <a:lnTo>
                  <a:pt x="2063602" y="2239361"/>
                </a:lnTo>
                <a:lnTo>
                  <a:pt x="2001899" y="2239316"/>
                </a:lnTo>
                <a:lnTo>
                  <a:pt x="1939994" y="2239369"/>
                </a:lnTo>
                <a:lnTo>
                  <a:pt x="1877898" y="2239521"/>
                </a:lnTo>
                <a:lnTo>
                  <a:pt x="1815623" y="2239777"/>
                </a:lnTo>
                <a:lnTo>
                  <a:pt x="1753178" y="2240138"/>
                </a:lnTo>
                <a:lnTo>
                  <a:pt x="1690576" y="2240609"/>
                </a:lnTo>
                <a:lnTo>
                  <a:pt x="1627827" y="2241192"/>
                </a:lnTo>
                <a:lnTo>
                  <a:pt x="1564942" y="2241890"/>
                </a:lnTo>
                <a:lnTo>
                  <a:pt x="1501932" y="2242707"/>
                </a:lnTo>
                <a:lnTo>
                  <a:pt x="1438809" y="2243645"/>
                </a:lnTo>
                <a:lnTo>
                  <a:pt x="1375583" y="2244708"/>
                </a:lnTo>
                <a:lnTo>
                  <a:pt x="1312265" y="2245898"/>
                </a:lnTo>
                <a:lnTo>
                  <a:pt x="1248867" y="2247219"/>
                </a:lnTo>
                <a:lnTo>
                  <a:pt x="1185400" y="2248674"/>
                </a:lnTo>
                <a:lnTo>
                  <a:pt x="1121874" y="2250265"/>
                </a:lnTo>
                <a:lnTo>
                  <a:pt x="1058301" y="2251996"/>
                </a:lnTo>
                <a:lnTo>
                  <a:pt x="994691" y="2253870"/>
                </a:lnTo>
                <a:lnTo>
                  <a:pt x="931056" y="2255890"/>
                </a:lnTo>
                <a:lnTo>
                  <a:pt x="867407" y="2258058"/>
                </a:lnTo>
                <a:lnTo>
                  <a:pt x="803755" y="2260379"/>
                </a:lnTo>
                <a:lnTo>
                  <a:pt x="740110" y="2262855"/>
                </a:lnTo>
                <a:lnTo>
                  <a:pt x="676485" y="2265489"/>
                </a:lnTo>
                <a:lnTo>
                  <a:pt x="612889" y="2268284"/>
                </a:lnTo>
                <a:lnTo>
                  <a:pt x="549334" y="2271243"/>
                </a:lnTo>
                <a:lnTo>
                  <a:pt x="485832" y="2274370"/>
                </a:lnTo>
                <a:lnTo>
                  <a:pt x="422392" y="2277667"/>
                </a:lnTo>
                <a:lnTo>
                  <a:pt x="359027" y="2281137"/>
                </a:lnTo>
                <a:lnTo>
                  <a:pt x="295747" y="2284784"/>
                </a:lnTo>
                <a:lnTo>
                  <a:pt x="232562" y="2288611"/>
                </a:lnTo>
                <a:lnTo>
                  <a:pt x="169486" y="2292620"/>
                </a:lnTo>
                <a:lnTo>
                  <a:pt x="106527" y="2296814"/>
                </a:lnTo>
                <a:lnTo>
                  <a:pt x="43698" y="2301197"/>
                </a:lnTo>
                <a:lnTo>
                  <a:pt x="44588" y="2230171"/>
                </a:lnTo>
                <a:lnTo>
                  <a:pt x="45106" y="2160446"/>
                </a:lnTo>
                <a:lnTo>
                  <a:pt x="45274" y="2091997"/>
                </a:lnTo>
                <a:lnTo>
                  <a:pt x="45114" y="2024802"/>
                </a:lnTo>
                <a:lnTo>
                  <a:pt x="44650" y="1958833"/>
                </a:lnTo>
                <a:lnTo>
                  <a:pt x="43905" y="1894066"/>
                </a:lnTo>
                <a:lnTo>
                  <a:pt x="42900" y="1830478"/>
                </a:lnTo>
                <a:lnTo>
                  <a:pt x="41659" y="1768042"/>
                </a:lnTo>
                <a:lnTo>
                  <a:pt x="40204" y="1706733"/>
                </a:lnTo>
                <a:lnTo>
                  <a:pt x="38558" y="1646528"/>
                </a:lnTo>
                <a:lnTo>
                  <a:pt x="36744" y="1587401"/>
                </a:lnTo>
                <a:lnTo>
                  <a:pt x="34784" y="1529327"/>
                </a:lnTo>
                <a:lnTo>
                  <a:pt x="32702" y="1472281"/>
                </a:lnTo>
                <a:lnTo>
                  <a:pt x="30519" y="1416239"/>
                </a:lnTo>
                <a:lnTo>
                  <a:pt x="28259" y="1361175"/>
                </a:lnTo>
                <a:lnTo>
                  <a:pt x="25945" y="1307066"/>
                </a:lnTo>
                <a:lnTo>
                  <a:pt x="23598" y="1253885"/>
                </a:lnTo>
                <a:lnTo>
                  <a:pt x="21242" y="1201609"/>
                </a:lnTo>
                <a:lnTo>
                  <a:pt x="18900" y="1150211"/>
                </a:lnTo>
                <a:lnTo>
                  <a:pt x="16593" y="1099668"/>
                </a:lnTo>
                <a:lnTo>
                  <a:pt x="14346" y="1049955"/>
                </a:lnTo>
                <a:lnTo>
                  <a:pt x="12179" y="1001046"/>
                </a:lnTo>
                <a:lnTo>
                  <a:pt x="10118" y="952918"/>
                </a:lnTo>
                <a:lnTo>
                  <a:pt x="8183" y="905544"/>
                </a:lnTo>
                <a:lnTo>
                  <a:pt x="6398" y="858900"/>
                </a:lnTo>
                <a:lnTo>
                  <a:pt x="4785" y="812962"/>
                </a:lnTo>
                <a:lnTo>
                  <a:pt x="3367" y="767704"/>
                </a:lnTo>
                <a:lnTo>
                  <a:pt x="2167" y="723101"/>
                </a:lnTo>
                <a:lnTo>
                  <a:pt x="1208" y="679129"/>
                </a:lnTo>
                <a:lnTo>
                  <a:pt x="511" y="635764"/>
                </a:lnTo>
                <a:lnTo>
                  <a:pt x="101" y="592979"/>
                </a:lnTo>
                <a:lnTo>
                  <a:pt x="0" y="550750"/>
                </a:lnTo>
                <a:lnTo>
                  <a:pt x="229" y="509052"/>
                </a:lnTo>
                <a:lnTo>
                  <a:pt x="813" y="467861"/>
                </a:lnTo>
                <a:lnTo>
                  <a:pt x="1773" y="427152"/>
                </a:lnTo>
                <a:lnTo>
                  <a:pt x="3133" y="386899"/>
                </a:lnTo>
                <a:lnTo>
                  <a:pt x="4915" y="347078"/>
                </a:lnTo>
                <a:lnTo>
                  <a:pt x="7142" y="307664"/>
                </a:lnTo>
                <a:lnTo>
                  <a:pt x="9837" y="268632"/>
                </a:lnTo>
                <a:lnTo>
                  <a:pt x="13021" y="229957"/>
                </a:lnTo>
                <a:lnTo>
                  <a:pt x="16719" y="191615"/>
                </a:lnTo>
                <a:lnTo>
                  <a:pt x="20953" y="153581"/>
                </a:lnTo>
                <a:lnTo>
                  <a:pt x="31118" y="78335"/>
                </a:lnTo>
                <a:lnTo>
                  <a:pt x="37095" y="41074"/>
                </a:lnTo>
                <a:lnTo>
                  <a:pt x="43698" y="4021"/>
                </a:lnTo>
                <a:close/>
              </a:path>
            </a:pathLst>
          </a:custGeom>
          <a:noFill/>
          <a:ln cap="flat" cmpd="sng" w="12700">
            <a:solidFill>
              <a:srgbClr val="EC7C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0"/>
          <p:cNvSpPr txBox="1"/>
          <p:nvPr/>
        </p:nvSpPr>
        <p:spPr>
          <a:xfrm>
            <a:off x="761187" y="1940433"/>
            <a:ext cx="4789805" cy="2072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Trebuchet MS"/>
                <a:ea typeface="Trebuchet MS"/>
                <a:cs typeface="Trebuchet MS"/>
                <a:sym typeface="Trebuchet MS"/>
              </a:rPr>
              <a:t>Classe = primeira letra maiúscula</a:t>
            </a:r>
            <a:endParaRPr sz="24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5080" rtl="0" algn="l">
              <a:lnSpc>
                <a:spcPct val="130000"/>
              </a:lnSpc>
              <a:spcBef>
                <a:spcPts val="994"/>
              </a:spcBef>
              <a:spcAft>
                <a:spcPts val="0"/>
              </a:spcAft>
              <a:buNone/>
            </a:pPr>
            <a:r>
              <a:rPr lang="en-US" sz="2400">
                <a:latin typeface="Trebuchet MS"/>
                <a:ea typeface="Trebuchet MS"/>
                <a:cs typeface="Trebuchet MS"/>
                <a:sym typeface="Trebuchet MS"/>
              </a:rPr>
              <a:t>Método= primeira letra minúscula dentro da classe</a:t>
            </a:r>
            <a:endParaRPr sz="24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875"/>
              </a:spcBef>
              <a:spcAft>
                <a:spcPts val="0"/>
              </a:spcAft>
              <a:buNone/>
            </a:pPr>
            <a:r>
              <a:rPr lang="en-US" sz="2400">
                <a:latin typeface="Trebuchet MS"/>
                <a:ea typeface="Trebuchet MS"/>
                <a:cs typeface="Trebuchet MS"/>
                <a:sym typeface="Trebuchet MS"/>
              </a:rPr>
              <a:t>Função = primeira letra minúscula</a:t>
            </a:r>
            <a:endParaRPr sz="24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1" name="Google Shape;71;p10"/>
          <p:cNvSpPr txBox="1"/>
          <p:nvPr/>
        </p:nvSpPr>
        <p:spPr>
          <a:xfrm>
            <a:off x="5973326" y="346975"/>
            <a:ext cx="5769900" cy="58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161925" lvl="0" marL="173990" marR="63588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00AF50"/>
                </a:solidFill>
                <a:latin typeface="Consolas"/>
                <a:ea typeface="Consolas"/>
                <a:cs typeface="Consolas"/>
                <a:sym typeface="Consolas"/>
              </a:rPr>
              <a:t>class Funcionario</a:t>
            </a:r>
            <a:r>
              <a:rPr lang="en-US" sz="2700">
                <a:solidFill>
                  <a:srgbClr val="A40A8F"/>
                </a:solidFill>
                <a:latin typeface="Consolas"/>
                <a:ea typeface="Consolas"/>
                <a:cs typeface="Consolas"/>
                <a:sym typeface="Consolas"/>
              </a:rPr>
              <a:t>{ </a:t>
            </a:r>
            <a:endParaRPr sz="2700">
              <a:solidFill>
                <a:srgbClr val="A40A8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161925" lvl="0" marL="173990" marR="63588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700">
                <a:latin typeface="Consolas"/>
                <a:ea typeface="Consolas"/>
                <a:cs typeface="Consolas"/>
                <a:sym typeface="Consolas"/>
              </a:rPr>
              <a:t>String? nome; String? cargo; double? salario;</a:t>
            </a:r>
            <a:endParaRPr sz="2700">
              <a:latin typeface="Consolas"/>
              <a:ea typeface="Consolas"/>
              <a:cs typeface="Consolas"/>
              <a:sym typeface="Consolas"/>
            </a:endParaRPr>
          </a:p>
          <a:p>
            <a:pPr indent="-323850" lvl="0" marL="335915" marR="1409065" rtl="0" algn="l">
              <a:lnSpc>
                <a:spcPct val="100000"/>
              </a:lnSpc>
              <a:spcBef>
                <a:spcPts val="3360"/>
              </a:spcBef>
              <a:spcAft>
                <a:spcPts val="0"/>
              </a:spcAft>
              <a:buNone/>
            </a:pPr>
            <a:r>
              <a:rPr lang="en-US" sz="2700">
                <a:latin typeface="Consolas"/>
                <a:ea typeface="Consolas"/>
                <a:cs typeface="Consolas"/>
                <a:sym typeface="Consolas"/>
              </a:rPr>
              <a:t>void exibirInformacoes() { print("Nome: $nome"); print("Cargo: $cargo"); print("Salário: R\$${salario?.toStringAsFixed(2)}");</a:t>
            </a:r>
            <a:endParaRPr sz="27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7399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7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A40A8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7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/>
          <p:nvPr>
            <p:ph type="title"/>
          </p:nvPr>
        </p:nvSpPr>
        <p:spPr>
          <a:xfrm>
            <a:off x="680415" y="418541"/>
            <a:ext cx="5998845" cy="697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Classes e Objetos</a:t>
            </a:r>
            <a:endParaRPr/>
          </a:p>
        </p:txBody>
      </p:sp>
      <p:sp>
        <p:nvSpPr>
          <p:cNvPr id="77" name="Google Shape;77;p11"/>
          <p:cNvSpPr txBox="1"/>
          <p:nvPr/>
        </p:nvSpPr>
        <p:spPr>
          <a:xfrm>
            <a:off x="4336541" y="1661287"/>
            <a:ext cx="2116500" cy="5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1"/>
          <p:cNvSpPr txBox="1"/>
          <p:nvPr/>
        </p:nvSpPr>
        <p:spPr>
          <a:xfrm>
            <a:off x="4520950" y="1620883"/>
            <a:ext cx="6893400" cy="47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 main() {</a:t>
            </a:r>
            <a:endParaRPr sz="2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2700" marR="508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A40A8F"/>
                </a:solidFill>
                <a:latin typeface="Consolas"/>
                <a:ea typeface="Consolas"/>
                <a:cs typeface="Consolas"/>
                <a:sym typeface="Consolas"/>
              </a:rPr>
              <a:t>var funcionario = Funcionario(); </a:t>
            </a:r>
            <a:r>
              <a:rPr lang="en-US" sz="2800">
                <a:latin typeface="Consolas"/>
                <a:ea typeface="Consolas"/>
                <a:cs typeface="Consolas"/>
                <a:sym typeface="Consolas"/>
              </a:rPr>
              <a:t>funcionario.nome = "Fábio Júnior"; funcionario.cargo = "Desenvolvedor"; funcionario.salario = 3500.50; funcionario.exibirInformacoes();</a:t>
            </a:r>
            <a:endParaRPr sz="2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2700" marR="508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9" name="Google Shape;79;p11"/>
          <p:cNvSpPr/>
          <p:nvPr/>
        </p:nvSpPr>
        <p:spPr>
          <a:xfrm>
            <a:off x="4058411" y="2327033"/>
            <a:ext cx="421004" cy="28575"/>
          </a:xfrm>
          <a:custGeom>
            <a:rect b="b" l="l" r="r" t="t"/>
            <a:pathLst>
              <a:path extrusionOk="0" h="28575" w="421004">
                <a:moveTo>
                  <a:pt x="0" y="28066"/>
                </a:moveTo>
                <a:lnTo>
                  <a:pt x="420624" y="0"/>
                </a:lnTo>
              </a:path>
            </a:pathLst>
          </a:custGeom>
          <a:noFill/>
          <a:ln cap="flat" cmpd="sng" w="12700">
            <a:solidFill>
              <a:srgbClr val="A40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1"/>
          <p:cNvSpPr txBox="1"/>
          <p:nvPr/>
        </p:nvSpPr>
        <p:spPr>
          <a:xfrm>
            <a:off x="481647" y="2090939"/>
            <a:ext cx="3550800" cy="350700"/>
          </a:xfrm>
          <a:prstGeom prst="rect">
            <a:avLst/>
          </a:prstGeom>
          <a:noFill/>
          <a:ln cap="flat" cmpd="sng" w="12700">
            <a:solidFill>
              <a:srgbClr val="A40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73025">
            <a:spAutoFit/>
          </a:bodyPr>
          <a:lstStyle/>
          <a:p>
            <a:pPr indent="0" lvl="0" marL="9080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Variável funcionário recebe o objeto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2"/>
          <p:cNvSpPr txBox="1"/>
          <p:nvPr>
            <p:ph type="title"/>
          </p:nvPr>
        </p:nvSpPr>
        <p:spPr>
          <a:xfrm>
            <a:off x="680415" y="418541"/>
            <a:ext cx="5998845" cy="697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Métodos</a:t>
            </a:r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61212" y="1582953"/>
            <a:ext cx="10614000" cy="39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457200" lvl="0" marL="469265" marR="508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A40A8F"/>
              </a:buClr>
              <a:buSzPts val="2800"/>
              <a:buFont typeface="Noto Sans Symbols"/>
              <a:buChar char="⮚"/>
            </a:pPr>
            <a:r>
              <a:rPr lang="en-US" sz="2800">
                <a:latin typeface="Trebuchet MS"/>
                <a:ea typeface="Trebuchet MS"/>
                <a:cs typeface="Trebuchet MS"/>
                <a:sym typeface="Trebuchet MS"/>
              </a:rPr>
              <a:t>É a implementação de um serviço, ele possui uma sequência de instruções que serão executadas.</a:t>
            </a:r>
            <a:endParaRPr sz="2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457200" lvl="0" marL="469265" marR="5080" rtl="0" algn="just">
              <a:lnSpc>
                <a:spcPct val="150000"/>
              </a:lnSpc>
              <a:spcBef>
                <a:spcPts val="994"/>
              </a:spcBef>
              <a:spcAft>
                <a:spcPts val="0"/>
              </a:spcAft>
              <a:buClr>
                <a:srgbClr val="A40A8F"/>
              </a:buClr>
              <a:buSzPts val="2800"/>
              <a:buFont typeface="Noto Sans Symbols"/>
              <a:buChar char="⮚"/>
            </a:pPr>
            <a:r>
              <a:rPr lang="en-US" sz="2800">
                <a:latin typeface="Trebuchet MS"/>
                <a:ea typeface="Trebuchet MS"/>
                <a:cs typeface="Trebuchet MS"/>
                <a:sym typeface="Trebuchet MS"/>
              </a:rPr>
              <a:t>Um método sempre está dentro de uma classe, diferente de uma função.</a:t>
            </a:r>
            <a:endParaRPr sz="2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457200" lvl="0" marL="469265" marR="6350" rtl="0" algn="just">
              <a:lnSpc>
                <a:spcPct val="150000"/>
              </a:lnSpc>
              <a:spcBef>
                <a:spcPts val="1015"/>
              </a:spcBef>
              <a:spcAft>
                <a:spcPts val="0"/>
              </a:spcAft>
              <a:buClr>
                <a:srgbClr val="A40A8F"/>
              </a:buClr>
              <a:buSzPts val="2800"/>
              <a:buFont typeface="Noto Sans Symbols"/>
              <a:buChar char="⮚"/>
            </a:pPr>
            <a:r>
              <a:rPr lang="en-US" sz="2800">
                <a:latin typeface="Trebuchet MS"/>
                <a:ea typeface="Trebuchet MS"/>
                <a:cs typeface="Trebuchet MS"/>
                <a:sym typeface="Trebuchet MS"/>
              </a:rPr>
              <a:t>Os	métodos	podem	ter	parâmetros	sem	retorno,	com retorno, sem parâmetros com retorno e sem retorno.</a:t>
            </a:r>
            <a:endParaRPr sz="28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3"/>
          <p:cNvSpPr txBox="1"/>
          <p:nvPr>
            <p:ph type="title"/>
          </p:nvPr>
        </p:nvSpPr>
        <p:spPr>
          <a:xfrm>
            <a:off x="680415" y="418541"/>
            <a:ext cx="5998845" cy="697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Exemplo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61212" y="1751203"/>
            <a:ext cx="10614600" cy="38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Trebuchet MS"/>
                <a:ea typeface="Trebuchet MS"/>
                <a:cs typeface="Trebuchet MS"/>
                <a:sym typeface="Trebuchet MS"/>
              </a:rPr>
              <a:t>Desenvolva um sistema para gerenciar um estoque:</a:t>
            </a:r>
            <a:endParaRPr sz="24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just">
              <a:lnSpc>
                <a:spcPct val="100000"/>
              </a:lnSpc>
              <a:spcBef>
                <a:spcPts val="2145"/>
              </a:spcBef>
              <a:spcAft>
                <a:spcPts val="0"/>
              </a:spcAft>
              <a:buNone/>
            </a:pPr>
            <a:r>
              <a:rPr lang="en-US" sz="2400">
                <a:latin typeface="Trebuchet MS"/>
                <a:ea typeface="Trebuchet MS"/>
                <a:cs typeface="Trebuchet MS"/>
                <a:sym typeface="Trebuchet MS"/>
              </a:rPr>
              <a:t>O estoque inicial é de 50 produtos</a:t>
            </a:r>
            <a:endParaRPr sz="24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just">
              <a:lnSpc>
                <a:spcPct val="100000"/>
              </a:lnSpc>
              <a:spcBef>
                <a:spcPts val="2165"/>
              </a:spcBef>
              <a:spcAft>
                <a:spcPts val="0"/>
              </a:spcAft>
              <a:buNone/>
            </a:pPr>
            <a:r>
              <a:rPr lang="en-US" sz="2400">
                <a:latin typeface="Trebuchet MS"/>
                <a:ea typeface="Trebuchet MS"/>
                <a:cs typeface="Trebuchet MS"/>
                <a:sym typeface="Trebuchet MS"/>
              </a:rPr>
              <a:t>Para adicionar um produto, o valor é acrescido no saldo inicial do estoque</a:t>
            </a:r>
            <a:endParaRPr sz="24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5080" rtl="0" algn="just">
              <a:lnSpc>
                <a:spcPct val="140000"/>
              </a:lnSpc>
              <a:spcBef>
                <a:spcPts val="994"/>
              </a:spcBef>
              <a:spcAft>
                <a:spcPts val="0"/>
              </a:spcAft>
              <a:buNone/>
            </a:pPr>
            <a:r>
              <a:rPr lang="en-US" sz="2400">
                <a:latin typeface="Trebuchet MS"/>
                <a:ea typeface="Trebuchet MS"/>
                <a:cs typeface="Trebuchet MS"/>
                <a:sym typeface="Trebuchet MS"/>
              </a:rPr>
              <a:t>Para remover recebe um número de produtos e diminui o estoque, caso haja quantidade suficiente.</a:t>
            </a:r>
            <a:endParaRPr sz="24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5080" rtl="0" algn="just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400">
                <a:latin typeface="Trebuchet MS"/>
                <a:ea typeface="Trebuchet MS"/>
                <a:cs typeface="Trebuchet MS"/>
                <a:sym typeface="Trebuchet MS"/>
              </a:rPr>
              <a:t>Para	verificar	o	estoque	vai	retorna	a	quantidade	atual	de	produtos	no estoque.</a:t>
            </a:r>
            <a:endParaRPr sz="24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 txBox="1"/>
          <p:nvPr>
            <p:ph type="title"/>
          </p:nvPr>
        </p:nvSpPr>
        <p:spPr>
          <a:xfrm>
            <a:off x="674928" y="3222447"/>
            <a:ext cx="5998845" cy="697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Métodos Construtores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/>
          <p:cNvSpPr txBox="1"/>
          <p:nvPr>
            <p:ph type="title"/>
          </p:nvPr>
        </p:nvSpPr>
        <p:spPr>
          <a:xfrm>
            <a:off x="680415" y="418541"/>
            <a:ext cx="5998845" cy="697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Métodos Construtores</a:t>
            </a:r>
            <a:endParaRPr/>
          </a:p>
        </p:txBody>
      </p:sp>
      <p:sp>
        <p:nvSpPr>
          <p:cNvPr id="103" name="Google Shape;103;p15"/>
          <p:cNvSpPr txBox="1"/>
          <p:nvPr>
            <p:ph idx="1" type="body"/>
          </p:nvPr>
        </p:nvSpPr>
        <p:spPr>
          <a:xfrm>
            <a:off x="661212" y="1582953"/>
            <a:ext cx="10613390" cy="271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457200" lvl="0" marL="469265" marR="508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840AF"/>
              </a:buClr>
              <a:buSzPts val="2800"/>
              <a:buFont typeface="Noto Sans Symbols"/>
              <a:buChar char="⮚"/>
            </a:pPr>
            <a:r>
              <a:rPr lang="en-US"/>
              <a:t>Como	próprio	nome	sugere	os	construtores	constroem	as instancias, ele sempre tem o mesmo nome da classe.</a:t>
            </a:r>
            <a:endParaRPr/>
          </a:p>
          <a:p>
            <a:pPr indent="-457200" lvl="0" marL="469265" marR="5715" rtl="0" algn="l">
              <a:lnSpc>
                <a:spcPct val="150000"/>
              </a:lnSpc>
              <a:spcBef>
                <a:spcPts val="994"/>
              </a:spcBef>
              <a:spcAft>
                <a:spcPts val="0"/>
              </a:spcAft>
              <a:buClr>
                <a:srgbClr val="0840AF"/>
              </a:buClr>
              <a:buSzPts val="2800"/>
              <a:buFont typeface="Noto Sans Symbols"/>
              <a:buChar char="⮚"/>
            </a:pPr>
            <a:r>
              <a:rPr lang="en-US"/>
              <a:t>Quando colocamos parâmetros em um construtor obrigamos a inserção dos valores logo na criação do objeto.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6"/>
          <p:cNvSpPr txBox="1"/>
          <p:nvPr>
            <p:ph type="title"/>
          </p:nvPr>
        </p:nvSpPr>
        <p:spPr>
          <a:xfrm>
            <a:off x="318617" y="-241300"/>
            <a:ext cx="5998845" cy="696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Métodos Construtores</a:t>
            </a:r>
            <a:endParaRPr/>
          </a:p>
        </p:txBody>
      </p:sp>
      <p:sp>
        <p:nvSpPr>
          <p:cNvPr id="109" name="Google Shape;109;p16"/>
          <p:cNvSpPr txBox="1"/>
          <p:nvPr/>
        </p:nvSpPr>
        <p:spPr>
          <a:xfrm>
            <a:off x="547217" y="415798"/>
            <a:ext cx="7302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10" name="Google Shape;110;p16"/>
          <p:cNvSpPr txBox="1"/>
          <p:nvPr/>
        </p:nvSpPr>
        <p:spPr>
          <a:xfrm>
            <a:off x="547225" y="751075"/>
            <a:ext cx="11196000" cy="59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11125" rtl="0" algn="l"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 main() {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11125" rtl="0" algn="l"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Data dataHoje = </a:t>
            </a:r>
            <a:r>
              <a:rPr b="1"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Data</a:t>
            </a:r>
            <a:r>
              <a:rPr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(13, 05, 2000);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11125" rtl="0" algn="l"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print(dataHoje); // Não precisa chamar .toString(), será chamado automaticamente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11125" rtl="0" algn="l"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11125" rtl="0" algn="l"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11125" rtl="0" algn="l">
              <a:spcBef>
                <a:spcPts val="1540"/>
              </a:spcBef>
              <a:spcAft>
                <a:spcPts val="0"/>
              </a:spcAft>
              <a:buSzPts val="1100"/>
              <a:buNone/>
            </a:pPr>
            <a:r>
              <a:rPr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class </a:t>
            </a:r>
            <a:r>
              <a:rPr b="1"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Data </a:t>
            </a:r>
            <a:r>
              <a:rPr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{ 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11125" rtl="0" algn="l"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int? dia; int? mes; int? ano;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11125" rtl="0" algn="l"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Data(this.dia, this.mes, this.ano);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11125" rtl="0" algn="l"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@override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11125" rtl="0" algn="l"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String toString() {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11125" rtl="0" algn="l"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return "$dia/$mes/$ano";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11125" rtl="0" algn="l"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11125" rtl="0" algn="l">
              <a:spcBef>
                <a:spcPts val="1540"/>
              </a:spcBef>
              <a:spcAft>
                <a:spcPts val="0"/>
              </a:spcAft>
              <a:buSzPts val="1100"/>
              <a:buNone/>
            </a:pPr>
            <a:r>
              <a:rPr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7"/>
          <p:cNvSpPr txBox="1"/>
          <p:nvPr>
            <p:ph type="title"/>
          </p:nvPr>
        </p:nvSpPr>
        <p:spPr>
          <a:xfrm>
            <a:off x="680415" y="418541"/>
            <a:ext cx="5998845" cy="697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Exemplo</a:t>
            </a:r>
            <a:endParaRPr/>
          </a:p>
        </p:txBody>
      </p:sp>
      <p:sp>
        <p:nvSpPr>
          <p:cNvPr id="116" name="Google Shape;116;p17"/>
          <p:cNvSpPr txBox="1"/>
          <p:nvPr/>
        </p:nvSpPr>
        <p:spPr>
          <a:xfrm>
            <a:off x="661212" y="1582953"/>
            <a:ext cx="10614660" cy="38665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Trebuchet MS"/>
                <a:ea typeface="Trebuchet MS"/>
                <a:cs typeface="Trebuchet MS"/>
                <a:sym typeface="Trebuchet MS"/>
              </a:rPr>
              <a:t>Desenvolva um sistema para uma biblioteca, onde cada livro tem título, autor, ano de publicação, quantidade de exemplares disponíveis. O sistema deverá ter um construtor para inicializar os atributos, o método emprestar que  diminuirá a quantidade de  exemplares  disponíveis,  e  o  método  para  aumentar  a quantidade de exemplares disponíveis.</a:t>
            </a:r>
            <a:endParaRPr sz="28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8"/>
          <p:cNvSpPr txBox="1"/>
          <p:nvPr/>
        </p:nvSpPr>
        <p:spPr>
          <a:xfrm>
            <a:off x="408482" y="629666"/>
            <a:ext cx="4703400" cy="3539700"/>
          </a:xfrm>
          <a:prstGeom prst="rect">
            <a:avLst/>
          </a:prstGeom>
          <a:noFill/>
          <a:ln cap="flat" cmpd="sng" w="12700">
            <a:solidFill>
              <a:srgbClr val="EC7C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29825">
            <a:spAutoFit/>
          </a:bodyPr>
          <a:lstStyle/>
          <a:p>
            <a:pPr indent="-114300" lvl="0" marL="205104" marR="31997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latin typeface="Consolas"/>
                <a:ea typeface="Consolas"/>
                <a:cs typeface="Consolas"/>
                <a:sym typeface="Consolas"/>
              </a:rPr>
              <a:t>class Livro { String titulo; String autor;</a:t>
            </a:r>
            <a:endParaRPr sz="19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0510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latin typeface="Consolas"/>
                <a:ea typeface="Consolas"/>
                <a:cs typeface="Consolas"/>
                <a:sym typeface="Consolas"/>
              </a:rPr>
              <a:t>int anoPublicacao;</a:t>
            </a:r>
            <a:endParaRPr sz="19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0510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latin typeface="Consolas"/>
                <a:ea typeface="Consolas"/>
                <a:cs typeface="Consolas"/>
                <a:sym typeface="Consolas"/>
              </a:rPr>
              <a:t>int quantidade;</a:t>
            </a:r>
            <a:endParaRPr sz="1900">
              <a:latin typeface="Consolas"/>
              <a:ea typeface="Consolas"/>
              <a:cs typeface="Consolas"/>
              <a:sym typeface="Consolas"/>
            </a:endParaRPr>
          </a:p>
          <a:p>
            <a:pPr indent="114300" lvl="0" marL="90805" marR="78359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latin typeface="Consolas"/>
                <a:ea typeface="Consolas"/>
                <a:cs typeface="Consolas"/>
                <a:sym typeface="Consolas"/>
              </a:rPr>
              <a:t>Livro(this.titulo, this.autor, this.anoPublicacao, this.quantidade);</a:t>
            </a:r>
            <a:endParaRPr sz="19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2" name="Google Shape;122;p18"/>
          <p:cNvSpPr txBox="1"/>
          <p:nvPr/>
        </p:nvSpPr>
        <p:spPr>
          <a:xfrm>
            <a:off x="5689980" y="506730"/>
            <a:ext cx="6093600" cy="3539700"/>
          </a:xfrm>
          <a:prstGeom prst="rect">
            <a:avLst/>
          </a:prstGeom>
          <a:noFill/>
          <a:ln cap="flat" cmpd="sng" w="9525">
            <a:solidFill>
              <a:srgbClr val="A40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29200">
            <a:spAutoFit/>
          </a:bodyPr>
          <a:lstStyle/>
          <a:p>
            <a:pPr indent="0" lvl="0" marL="14795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latin typeface="Consolas"/>
                <a:ea typeface="Consolas"/>
                <a:cs typeface="Consolas"/>
                <a:sym typeface="Consolas"/>
              </a:rPr>
              <a:t>void emprestar() {</a:t>
            </a:r>
            <a:endParaRPr sz="1900">
              <a:latin typeface="Consolas"/>
              <a:ea typeface="Consolas"/>
              <a:cs typeface="Consolas"/>
              <a:sym typeface="Consolas"/>
            </a:endParaRPr>
          </a:p>
          <a:p>
            <a:pPr indent="-114935" lvl="0" marL="434975" marR="37280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latin typeface="Consolas"/>
                <a:ea typeface="Consolas"/>
                <a:cs typeface="Consolas"/>
                <a:sym typeface="Consolas"/>
              </a:rPr>
              <a:t>if (quantidade &gt; 0) { quantidade--; print(</a:t>
            </a:r>
            <a:endParaRPr sz="1900">
              <a:latin typeface="Consolas"/>
              <a:ea typeface="Consolas"/>
              <a:cs typeface="Consolas"/>
              <a:sym typeface="Consolas"/>
            </a:endParaRPr>
          </a:p>
          <a:p>
            <a:pPr indent="571500" lvl="0" marL="92075" marR="751205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1900">
                <a:latin typeface="Consolas"/>
                <a:ea typeface="Consolas"/>
                <a:cs typeface="Consolas"/>
                <a:sym typeface="Consolas"/>
              </a:rPr>
              <a:t>"Você emprestou o livro '$titulo'. Quantidade disponível: $quantidade");</a:t>
            </a:r>
            <a:endParaRPr sz="19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3206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latin typeface="Consolas"/>
                <a:ea typeface="Consolas"/>
                <a:cs typeface="Consolas"/>
                <a:sym typeface="Consolas"/>
              </a:rPr>
              <a:t>} else {</a:t>
            </a:r>
            <a:endParaRPr sz="19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349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latin typeface="Consolas"/>
                <a:ea typeface="Consolas"/>
                <a:cs typeface="Consolas"/>
                <a:sym typeface="Consolas"/>
              </a:rPr>
              <a:t>print("Não há exemplares disponíveis de '$titulo'.");</a:t>
            </a:r>
            <a:endParaRPr sz="19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3206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9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063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9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3" name="Google Shape;123;p18"/>
          <p:cNvSpPr txBox="1"/>
          <p:nvPr/>
        </p:nvSpPr>
        <p:spPr>
          <a:xfrm>
            <a:off x="3049276" y="4473975"/>
            <a:ext cx="6955800" cy="14931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30475">
            <a:spAutoFit/>
          </a:bodyPr>
          <a:lstStyle/>
          <a:p>
            <a:pPr indent="-228600" lvl="0" marL="320040" marR="651946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latin typeface="Consolas"/>
                <a:ea typeface="Consolas"/>
                <a:cs typeface="Consolas"/>
                <a:sym typeface="Consolas"/>
              </a:rPr>
              <a:t>void devolver() { </a:t>
            </a:r>
            <a:endParaRPr sz="1900">
              <a:latin typeface="Consolas"/>
              <a:ea typeface="Consolas"/>
              <a:cs typeface="Consolas"/>
              <a:sym typeface="Consolas"/>
            </a:endParaRPr>
          </a:p>
          <a:p>
            <a:pPr indent="-228600" lvl="0" marL="777240" marR="651946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latin typeface="Consolas"/>
                <a:ea typeface="Consolas"/>
                <a:cs typeface="Consolas"/>
                <a:sym typeface="Consolas"/>
              </a:rPr>
              <a:t>quantidade++; </a:t>
            </a:r>
            <a:endParaRPr sz="1900">
              <a:latin typeface="Consolas"/>
              <a:ea typeface="Consolas"/>
              <a:cs typeface="Consolas"/>
              <a:sym typeface="Consolas"/>
            </a:endParaRPr>
          </a:p>
          <a:p>
            <a:pPr indent="-228600" lvl="0" marL="777240" marR="651946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latin typeface="Consolas"/>
                <a:ea typeface="Consolas"/>
                <a:cs typeface="Consolas"/>
                <a:sym typeface="Consolas"/>
              </a:rPr>
              <a:t>print("Você devolveu o livro '$titulo'. Quantidade disponível: $quantidade");</a:t>
            </a:r>
            <a:endParaRPr sz="19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057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9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9"/>
          <p:cNvSpPr txBox="1"/>
          <p:nvPr>
            <p:ph type="title"/>
          </p:nvPr>
        </p:nvSpPr>
        <p:spPr>
          <a:xfrm>
            <a:off x="680415" y="418541"/>
            <a:ext cx="5998845" cy="697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Atividade</a:t>
            </a:r>
            <a:endParaRPr/>
          </a:p>
        </p:txBody>
      </p:sp>
      <p:sp>
        <p:nvSpPr>
          <p:cNvPr id="129" name="Google Shape;129;p19"/>
          <p:cNvSpPr txBox="1"/>
          <p:nvPr/>
        </p:nvSpPr>
        <p:spPr>
          <a:xfrm>
            <a:off x="661212" y="1608556"/>
            <a:ext cx="10615930" cy="1854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Trebuchet MS"/>
                <a:ea typeface="Trebuchet MS"/>
                <a:cs typeface="Trebuchet MS"/>
                <a:sym typeface="Trebuchet MS"/>
              </a:rPr>
              <a:t>Fazer um programa para ler os dados de um funcionário (nome, salário Bruto e Desconto). Em  seguida,  mostrar  os  dados  do  funcionário  (nome  e  salário  líquido).  Em  seguida, aumentar  o  salário  do  funcionário  com  base  em  uma  porcentagem  dada  e  mostrar novamente os dados do funcionário. Use a classe projetada abaixo:</a:t>
            </a:r>
            <a:endParaRPr sz="20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30" name="Google Shape;13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86567" y="3829837"/>
            <a:ext cx="5125407" cy="21601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0"/>
          <p:cNvSpPr txBox="1"/>
          <p:nvPr>
            <p:ph type="title"/>
          </p:nvPr>
        </p:nvSpPr>
        <p:spPr>
          <a:xfrm>
            <a:off x="680415" y="418541"/>
            <a:ext cx="5998845" cy="697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Exemplo</a:t>
            </a:r>
            <a:endParaRPr/>
          </a:p>
        </p:txBody>
      </p:sp>
      <p:pic>
        <p:nvPicPr>
          <p:cNvPr id="136" name="Google Shape;13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9273" y="1864412"/>
            <a:ext cx="7640727" cy="33486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