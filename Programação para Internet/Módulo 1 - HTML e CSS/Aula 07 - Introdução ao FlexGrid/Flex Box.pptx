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10"/>
  </p:notesMasterIdLst>
  <p:handoutMasterIdLst>
    <p:handoutMasterId r:id="rId11"/>
  </p:handoutMasterIdLst>
  <p:sldIdLst>
    <p:sldId id="256" r:id="rId2"/>
    <p:sldId id="286" r:id="rId3"/>
    <p:sldId id="287" r:id="rId4"/>
    <p:sldId id="288" r:id="rId5"/>
    <p:sldId id="289" r:id="rId6"/>
    <p:sldId id="290" r:id="rId7"/>
    <p:sldId id="291" r:id="rId8"/>
    <p:sldId id="292" r:id="rId9"/>
  </p:sldIdLst>
  <p:sldSz cx="12192000" cy="6858000"/>
  <p:notesSz cx="6888163" cy="100203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3073"/>
    <a:srgbClr val="FFE7E7"/>
    <a:srgbClr val="292A86"/>
    <a:srgbClr val="E44D26"/>
    <a:srgbClr val="004C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29" autoAdjust="0"/>
    <p:restoredTop sz="94660"/>
  </p:normalViewPr>
  <p:slideViewPr>
    <p:cSldViewPr snapToGrid="0" showGuides="1">
      <p:cViewPr varScale="1">
        <p:scale>
          <a:sx n="95" d="100"/>
          <a:sy n="95" d="100"/>
        </p:scale>
        <p:origin x="226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85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C4EE8F0D-4C39-45F8-A86B-93ED1F9D17B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871" cy="502755"/>
          </a:xfrm>
          <a:prstGeom prst="rect">
            <a:avLst/>
          </a:prstGeom>
        </p:spPr>
        <p:txBody>
          <a:bodyPr vert="horz" lIns="96616" tIns="48308" rIns="96616" bIns="48308" rtlCol="0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AF67F67-5D71-4F4C-B62B-A94D0A480B6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01698" y="0"/>
            <a:ext cx="2984871" cy="502755"/>
          </a:xfrm>
          <a:prstGeom prst="rect">
            <a:avLst/>
          </a:prstGeom>
        </p:spPr>
        <p:txBody>
          <a:bodyPr vert="horz" lIns="96616" tIns="48308" rIns="96616" bIns="48308" rtlCol="0"/>
          <a:lstStyle>
            <a:lvl1pPr algn="r">
              <a:defRPr sz="1300"/>
            </a:lvl1pPr>
          </a:lstStyle>
          <a:p>
            <a:fld id="{0F28648D-752F-4D9E-8EC2-61293C3E9BC7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4A044854-0830-44C0-9D0A-E43EA97F77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17547"/>
            <a:ext cx="2984871" cy="502754"/>
          </a:xfrm>
          <a:prstGeom prst="rect">
            <a:avLst/>
          </a:prstGeom>
        </p:spPr>
        <p:txBody>
          <a:bodyPr vert="horz" lIns="96616" tIns="48308" rIns="96616" bIns="48308" rtlCol="0" anchor="b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798EFAA-FD92-4E85-A429-F363379A131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01698" y="9517547"/>
            <a:ext cx="2984871" cy="502754"/>
          </a:xfrm>
          <a:prstGeom prst="rect">
            <a:avLst/>
          </a:prstGeom>
        </p:spPr>
        <p:txBody>
          <a:bodyPr vert="horz" lIns="96616" tIns="48308" rIns="96616" bIns="48308" rtlCol="0" anchor="b"/>
          <a:lstStyle>
            <a:lvl1pPr algn="r">
              <a:defRPr sz="1300"/>
            </a:lvl1pPr>
          </a:lstStyle>
          <a:p>
            <a:fld id="{11548D3A-3BA1-4F54-81A1-A8158414A3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23404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871" cy="502755"/>
          </a:xfrm>
          <a:prstGeom prst="rect">
            <a:avLst/>
          </a:prstGeom>
        </p:spPr>
        <p:txBody>
          <a:bodyPr vert="horz" lIns="96616" tIns="48308" rIns="96616" bIns="48308" rtlCol="0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1698" y="0"/>
            <a:ext cx="2984871" cy="502755"/>
          </a:xfrm>
          <a:prstGeom prst="rect">
            <a:avLst/>
          </a:prstGeom>
        </p:spPr>
        <p:txBody>
          <a:bodyPr vert="horz" lIns="96616" tIns="48308" rIns="96616" bIns="48308" rtlCol="0"/>
          <a:lstStyle>
            <a:lvl1pPr algn="r">
              <a:defRPr sz="1300"/>
            </a:lvl1pPr>
          </a:lstStyle>
          <a:p>
            <a:fld id="{C67E822F-2664-47C4-8404-83B1D4D0E6EE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16" tIns="48308" rIns="96616" bIns="48308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817" y="4822269"/>
            <a:ext cx="5510530" cy="3945493"/>
          </a:xfrm>
          <a:prstGeom prst="rect">
            <a:avLst/>
          </a:prstGeom>
        </p:spPr>
        <p:txBody>
          <a:bodyPr vert="horz" lIns="96616" tIns="48308" rIns="96616" bIns="48308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517547"/>
            <a:ext cx="2984871" cy="502754"/>
          </a:xfrm>
          <a:prstGeom prst="rect">
            <a:avLst/>
          </a:prstGeom>
        </p:spPr>
        <p:txBody>
          <a:bodyPr vert="horz" lIns="96616" tIns="48308" rIns="96616" bIns="48308" rtlCol="0" anchor="b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1698" y="9517547"/>
            <a:ext cx="2984871" cy="502754"/>
          </a:xfrm>
          <a:prstGeom prst="rect">
            <a:avLst/>
          </a:prstGeom>
        </p:spPr>
        <p:txBody>
          <a:bodyPr vert="horz" lIns="96616" tIns="48308" rIns="96616" bIns="48308" rtlCol="0" anchor="b"/>
          <a:lstStyle>
            <a:lvl1pPr algn="r">
              <a:defRPr sz="1300"/>
            </a:lvl1pPr>
          </a:lstStyle>
          <a:p>
            <a:fld id="{95F894BD-720E-4718-AD70-168A1A76025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2126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537CFC-895E-42D9-B850-249E3AA64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E2EF1D-1141-40D7-BDED-690939FB81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ECF165-5788-48F8-B64E-CAD147B1C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8013D5-4B61-49F1-B604-8019D708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F29988-C070-4222-8D96-E36CF17E1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9EF455-B40C-43F1-B648-F6F57DD2C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70ACE-9666-4656-BDDD-596392FA7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7CECA-FA2C-4E5F-A052-5D5CBF0F7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DB2585-BC56-4839-AEEF-1B75486F2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8134"/>
            <a:ext cx="9392728" cy="491707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9D1A810-2C5E-49EA-AAFC-FDC1AA5F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5287" y="1825624"/>
            <a:ext cx="10981426" cy="461830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3866602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EDB59BB-5636-42CF-B124-FAF3D7953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3875309-BF17-4BAA-9583-FFA5CD625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54D6C19-C741-47D2-A6CB-2906DBB982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AC129DE-944E-4128-9F49-76B5C1F4F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0892AE-B301-431E-9D8C-F0BDAF576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9552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1776069"/>
          </a:xfrm>
        </p:spPr>
        <p:txBody>
          <a:bodyPr/>
          <a:lstStyle/>
          <a:p>
            <a:r>
              <a:rPr lang="pt-BR" sz="5400" dirty="0" err="1"/>
              <a:t>FlexBox</a:t>
            </a:r>
            <a:r>
              <a:rPr lang="pt-BR" sz="5400" dirty="0"/>
              <a:t> em HTML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27565"/>
            <a:ext cx="9144000" cy="1277503"/>
          </a:xfrm>
        </p:spPr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AC1CC9-6478-8F18-7A36-AC2F3FA45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7020"/>
            <a:ext cx="10515600" cy="686723"/>
          </a:xfrm>
        </p:spPr>
        <p:txBody>
          <a:bodyPr>
            <a:normAutofit fontScale="90000"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que é o Flex Grid </a:t>
            </a:r>
          </a:p>
        </p:txBody>
      </p:sp>
      <p:sp>
        <p:nvSpPr>
          <p:cNvPr id="1031" name="Content Placeholder 2">
            <a:extLst>
              <a:ext uri="{FF2B5EF4-FFF2-40B4-BE49-F238E27FC236}">
                <a16:creationId xmlns:a16="http://schemas.microsoft.com/office/drawing/2014/main" id="{A6F8219F-8EA3-1917-B7A3-94D32051F1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marL="0" indent="0" algn="just">
              <a:lnSpc>
                <a:spcPct val="150000"/>
              </a:lnSpc>
              <a:spcBef>
                <a:spcPts val="0"/>
              </a:spcBef>
              <a:buNone/>
            </a:pPr>
            <a:r>
              <a:rPr lang="pt-BR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O </a:t>
            </a:r>
            <a:r>
              <a:rPr lang="pt-BR" sz="18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CSS Grid Layout</a:t>
            </a:r>
            <a:r>
              <a:rPr lang="pt-BR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é um recurso do CSS usado para criar e organizar layouts de páginas web em </a:t>
            </a:r>
            <a:r>
              <a:rPr lang="pt-BR" sz="1800" b="1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linhas e colunas</a:t>
            </a:r>
            <a:r>
              <a:rPr lang="pt-BR" sz="18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. Ele permite trabalhar com duas dimensões ao mesmo tempo, facilitando a criação de estruturas como páginas, dashboards, galerias e sistemas responsivos.</a:t>
            </a:r>
            <a:endParaRPr lang="en-US" sz="18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Grid Design Examples Images at Paul Bennette blog">
            <a:extLst>
              <a:ext uri="{FF2B5EF4-FFF2-40B4-BE49-F238E27FC236}">
                <a16:creationId xmlns:a16="http://schemas.microsoft.com/office/drawing/2014/main" id="{38E9D407-D677-93B3-A6AC-E10361C936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172200" y="1941608"/>
            <a:ext cx="5181600" cy="4119372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5373271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E379DF3-D42C-1441-0040-0100B01F7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Estrutura do CSS Grid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801CD5E-0304-89AB-AEC6-4FC5E058C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544842"/>
          </a:xfrm>
        </p:spPr>
        <p:txBody>
          <a:bodyPr/>
          <a:lstStyle/>
          <a:p>
            <a:r>
              <a:rPr lang="pt-BR" b="1" dirty="0"/>
              <a:t>CSS Grid</a:t>
            </a:r>
            <a:r>
              <a:rPr lang="pt-BR" dirty="0"/>
              <a:t> é um sistema de layout do CSS que permite organizar elementos em: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9C30CF45-CDEF-B457-895C-3E90D769B2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781485"/>
              </p:ext>
            </p:extLst>
          </p:nvPr>
        </p:nvGraphicFramePr>
        <p:xfrm>
          <a:off x="1320685" y="3228596"/>
          <a:ext cx="360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368878969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22067505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97169241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523835188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237459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1266157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23351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168428"/>
                  </a:ext>
                </a:extLst>
              </a:tr>
            </a:tbl>
          </a:graphicData>
        </a:graphic>
      </p:graphicFrame>
      <p:graphicFrame>
        <p:nvGraphicFramePr>
          <p:cNvPr id="13" name="Tabela 12">
            <a:extLst>
              <a:ext uri="{FF2B5EF4-FFF2-40B4-BE49-F238E27FC236}">
                <a16:creationId xmlns:a16="http://schemas.microsoft.com/office/drawing/2014/main" id="{155E58C0-3D1D-6A92-799C-661907E04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3306432"/>
              </p:ext>
            </p:extLst>
          </p:nvPr>
        </p:nvGraphicFramePr>
        <p:xfrm>
          <a:off x="5569138" y="3228596"/>
          <a:ext cx="360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368878969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22067505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97169241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523835188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57150" cap="flat" cmpd="sng" algn="ctr">
                      <a:solidFill>
                        <a:srgbClr val="0430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0430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0430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0430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0430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rgbClr val="0430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237459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57150" cap="flat" cmpd="sng" algn="ctr">
                      <a:solidFill>
                        <a:srgbClr val="0430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0430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1266157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/>
                    </a:p>
                  </a:txBody>
                  <a:tcPr anchor="ctr">
                    <a:lnL w="57150" cap="flat" cmpd="sng" algn="ctr">
                      <a:solidFill>
                        <a:srgbClr val="0430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0430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23351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/>
                    </a:p>
                  </a:txBody>
                  <a:tcPr anchor="ctr">
                    <a:lnL w="57150" cap="flat" cmpd="sng" algn="ctr">
                      <a:solidFill>
                        <a:srgbClr val="0430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0430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0430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0430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rgbClr val="0430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rgbClr val="0430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168428"/>
                  </a:ext>
                </a:extLst>
              </a:tr>
            </a:tbl>
          </a:graphicData>
        </a:graphic>
      </p:graphicFrame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8B717B55-502C-70D9-A655-861820FBE5EB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9169138" y="4668596"/>
            <a:ext cx="441592" cy="0"/>
          </a:xfrm>
          <a:prstGeom prst="straightConnector1">
            <a:avLst/>
          </a:prstGeom>
          <a:ln w="38100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2E28FE6A-230E-4222-D786-FD46C6162F06}"/>
              </a:ext>
            </a:extLst>
          </p:cNvPr>
          <p:cNvSpPr txBox="1"/>
          <p:nvPr/>
        </p:nvSpPr>
        <p:spPr>
          <a:xfrm>
            <a:off x="9610732" y="4483930"/>
            <a:ext cx="1543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grid </a:t>
            </a:r>
            <a:r>
              <a:rPr lang="pt-BR" b="1" dirty="0">
                <a:solidFill>
                  <a:srgbClr val="0430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container</a:t>
            </a:r>
          </a:p>
        </p:txBody>
      </p: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7B9DBC30-27BB-D44D-B0BE-72C4ECA624C5}"/>
              </a:ext>
            </a:extLst>
          </p:cNvPr>
          <p:cNvCxnSpPr>
            <a:cxnSpLocks/>
          </p:cNvCxnSpPr>
          <p:nvPr/>
        </p:nvCxnSpPr>
        <p:spPr>
          <a:xfrm flipV="1">
            <a:off x="6934200" y="2981325"/>
            <a:ext cx="0" cy="981075"/>
          </a:xfrm>
          <a:prstGeom prst="straightConnector1">
            <a:avLst/>
          </a:prstGeom>
          <a:ln w="38100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E002DE18-A33B-B0C6-4C31-6AB53105AB3B}"/>
              </a:ext>
            </a:extLst>
          </p:cNvPr>
          <p:cNvSpPr txBox="1"/>
          <p:nvPr/>
        </p:nvSpPr>
        <p:spPr>
          <a:xfrm>
            <a:off x="6391276" y="2611993"/>
            <a:ext cx="1085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grid </a:t>
            </a:r>
            <a:r>
              <a:rPr lang="pt-BR" b="1" dirty="0">
                <a:solidFill>
                  <a:srgbClr val="0430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item</a:t>
            </a:r>
          </a:p>
        </p:txBody>
      </p:sp>
    </p:spTree>
    <p:extLst>
      <p:ext uri="{BB962C8B-B14F-4D97-AF65-F5344CB8AC3E}">
        <p14:creationId xmlns:p14="http://schemas.microsoft.com/office/powerpoint/2010/main" val="649093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6C587-E054-95A3-74F6-2750ABBFD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3B1DBCA4-1119-3D50-51FB-485953D88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Estrutura do CSS Grid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AA6CF3-CFD9-3BC4-A570-BC0B1A37A1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544842"/>
          </a:xfrm>
        </p:spPr>
        <p:txBody>
          <a:bodyPr/>
          <a:lstStyle/>
          <a:p>
            <a:r>
              <a:rPr lang="pt-BR" b="1" dirty="0"/>
              <a:t>CSS Grid</a:t>
            </a:r>
            <a:r>
              <a:rPr lang="pt-BR" dirty="0"/>
              <a:t> é um sistema de layout do CSS que permite organizar elementos em: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D6FA12C5-B868-06BE-0190-FE5C534184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2298962"/>
              </p:ext>
            </p:extLst>
          </p:nvPr>
        </p:nvGraphicFramePr>
        <p:xfrm>
          <a:off x="4296000" y="3228596"/>
          <a:ext cx="360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368878969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22067505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97169241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523835188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237459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1266157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23351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0430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168428"/>
                  </a:ext>
                </a:extLst>
              </a:tr>
            </a:tbl>
          </a:graphicData>
        </a:graphic>
      </p:graphicFrame>
      <p:cxnSp>
        <p:nvCxnSpPr>
          <p:cNvPr id="3" name="Conector de Seta Reta 2">
            <a:extLst>
              <a:ext uri="{FF2B5EF4-FFF2-40B4-BE49-F238E27FC236}">
                <a16:creationId xmlns:a16="http://schemas.microsoft.com/office/drawing/2014/main" id="{0816C6EE-3BE5-B509-1BAD-A90C45710C43}"/>
              </a:ext>
            </a:extLst>
          </p:cNvPr>
          <p:cNvCxnSpPr>
            <a:cxnSpLocks/>
          </p:cNvCxnSpPr>
          <p:nvPr/>
        </p:nvCxnSpPr>
        <p:spPr>
          <a:xfrm>
            <a:off x="7896000" y="4283818"/>
            <a:ext cx="441592" cy="0"/>
          </a:xfrm>
          <a:prstGeom prst="straightConnector1">
            <a:avLst/>
          </a:prstGeom>
          <a:ln w="38100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ixaDeTexto 3">
            <a:extLst>
              <a:ext uri="{FF2B5EF4-FFF2-40B4-BE49-F238E27FC236}">
                <a16:creationId xmlns:a16="http://schemas.microsoft.com/office/drawing/2014/main" id="{C514D71B-7774-2003-13E6-B52317950B4B}"/>
              </a:ext>
            </a:extLst>
          </p:cNvPr>
          <p:cNvSpPr txBox="1"/>
          <p:nvPr/>
        </p:nvSpPr>
        <p:spPr>
          <a:xfrm>
            <a:off x="8337594" y="4099152"/>
            <a:ext cx="15430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grid </a:t>
            </a:r>
            <a:r>
              <a:rPr lang="pt-BR" b="1" dirty="0">
                <a:solidFill>
                  <a:srgbClr val="0430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track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</a:t>
            </a:r>
            <a:r>
              <a:rPr lang="pt-BR" b="1" dirty="0">
                <a:solidFill>
                  <a:srgbClr val="0430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b="1" dirty="0" err="1">
                <a:solidFill>
                  <a:srgbClr val="0430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colums</a:t>
            </a:r>
            <a:r>
              <a:rPr lang="pt-BR" b="1" dirty="0">
                <a:solidFill>
                  <a:srgbClr val="0430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track</a:t>
            </a:r>
            <a:r>
              <a:rPr lang="pt-BR" b="1" dirty="0">
                <a:solidFill>
                  <a:srgbClr val="0430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5F7D73F-E4C5-D70E-C628-75C4ED677A5E}"/>
              </a:ext>
            </a:extLst>
          </p:cNvPr>
          <p:cNvSpPr txBox="1"/>
          <p:nvPr/>
        </p:nvSpPr>
        <p:spPr>
          <a:xfrm>
            <a:off x="6531798" y="2674599"/>
            <a:ext cx="261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grid </a:t>
            </a:r>
            <a:r>
              <a:rPr lang="pt-BR" b="1" dirty="0">
                <a:solidFill>
                  <a:srgbClr val="0430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track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</a:t>
            </a:r>
            <a:r>
              <a:rPr lang="pt-BR" b="1" dirty="0">
                <a:solidFill>
                  <a:srgbClr val="0430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b="1" dirty="0" err="1">
                <a:solidFill>
                  <a:srgbClr val="0430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row</a:t>
            </a:r>
            <a:r>
              <a:rPr lang="pt-BR" b="1" dirty="0">
                <a:solidFill>
                  <a:srgbClr val="0430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track</a:t>
            </a:r>
          </a:p>
        </p:txBody>
      </p:sp>
      <p:cxnSp>
        <p:nvCxnSpPr>
          <p:cNvPr id="12" name="Conector: Angulado 11">
            <a:extLst>
              <a:ext uri="{FF2B5EF4-FFF2-40B4-BE49-F238E27FC236}">
                <a16:creationId xmlns:a16="http://schemas.microsoft.com/office/drawing/2014/main" id="{6AF6DCBF-8310-3793-E2E6-03D357E62068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5624423" y="2859265"/>
            <a:ext cx="907375" cy="369331"/>
          </a:xfrm>
          <a:prstGeom prst="bentConnector3">
            <a:avLst>
              <a:gd name="adj1" fmla="val 50000"/>
            </a:avLst>
          </a:prstGeom>
          <a:ln w="38100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515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EA256-878F-3BA8-8476-565BF3A7C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0EE298A4-CA5B-523A-3E22-2517F74B5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Estrutura do CSS Grid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0099FFC-C062-DD82-7801-C328D24D7D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544842"/>
          </a:xfrm>
        </p:spPr>
        <p:txBody>
          <a:bodyPr/>
          <a:lstStyle/>
          <a:p>
            <a:r>
              <a:rPr lang="pt-BR" b="1" dirty="0"/>
              <a:t>CSS Grid</a:t>
            </a:r>
            <a:r>
              <a:rPr lang="pt-BR" dirty="0"/>
              <a:t> é um sistema de layout do CSS que permite organizar elementos em: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5EF31426-4C87-C0E6-97DA-2266F4F05D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243016"/>
              </p:ext>
            </p:extLst>
          </p:nvPr>
        </p:nvGraphicFramePr>
        <p:xfrm>
          <a:off x="4296000" y="3228596"/>
          <a:ext cx="360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368878969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22067505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97169241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523835188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237459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1266157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23351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168428"/>
                  </a:ext>
                </a:extLst>
              </a:tr>
            </a:tbl>
          </a:graphicData>
        </a:graphic>
      </p:graphicFrame>
      <p:cxnSp>
        <p:nvCxnSpPr>
          <p:cNvPr id="3" name="Conector de Seta Reta 2">
            <a:extLst>
              <a:ext uri="{FF2B5EF4-FFF2-40B4-BE49-F238E27FC236}">
                <a16:creationId xmlns:a16="http://schemas.microsoft.com/office/drawing/2014/main" id="{A027B8BE-CDA0-7B96-D3DE-252411EA567A}"/>
              </a:ext>
            </a:extLst>
          </p:cNvPr>
          <p:cNvCxnSpPr>
            <a:cxnSpLocks/>
          </p:cNvCxnSpPr>
          <p:nvPr/>
        </p:nvCxnSpPr>
        <p:spPr>
          <a:xfrm>
            <a:off x="7896000" y="4283818"/>
            <a:ext cx="441592" cy="0"/>
          </a:xfrm>
          <a:prstGeom prst="straightConnector1">
            <a:avLst/>
          </a:prstGeom>
          <a:ln w="38100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aixaDeTexto 3">
            <a:extLst>
              <a:ext uri="{FF2B5EF4-FFF2-40B4-BE49-F238E27FC236}">
                <a16:creationId xmlns:a16="http://schemas.microsoft.com/office/drawing/2014/main" id="{FCDCB7F8-2081-E20E-AF52-7FD9419FAB54}"/>
              </a:ext>
            </a:extLst>
          </p:cNvPr>
          <p:cNvSpPr txBox="1"/>
          <p:nvPr/>
        </p:nvSpPr>
        <p:spPr>
          <a:xfrm>
            <a:off x="8337594" y="4099152"/>
            <a:ext cx="1543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grid </a:t>
            </a:r>
            <a:r>
              <a:rPr lang="pt-BR" b="1" dirty="0" err="1">
                <a:solidFill>
                  <a:srgbClr val="0430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lines</a:t>
            </a:r>
            <a:endParaRPr lang="pt-BR" b="1" dirty="0">
              <a:solidFill>
                <a:srgbClr val="04307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eta: para Baixo 8">
            <a:extLst>
              <a:ext uri="{FF2B5EF4-FFF2-40B4-BE49-F238E27FC236}">
                <a16:creationId xmlns:a16="http://schemas.microsoft.com/office/drawing/2014/main" id="{A40FB01E-8DF7-D565-EE2B-8C8E4F64B54D}"/>
              </a:ext>
            </a:extLst>
          </p:cNvPr>
          <p:cNvSpPr/>
          <p:nvPr/>
        </p:nvSpPr>
        <p:spPr>
          <a:xfrm>
            <a:off x="4031681" y="2658778"/>
            <a:ext cx="528638" cy="544842"/>
          </a:xfrm>
          <a:prstGeom prst="downArrow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</a:t>
            </a:r>
          </a:p>
        </p:txBody>
      </p:sp>
      <p:sp>
        <p:nvSpPr>
          <p:cNvPr id="10" name="Seta: para Baixo 9">
            <a:extLst>
              <a:ext uri="{FF2B5EF4-FFF2-40B4-BE49-F238E27FC236}">
                <a16:creationId xmlns:a16="http://schemas.microsoft.com/office/drawing/2014/main" id="{A41657A8-5D9F-9437-5E96-C8F7891537D3}"/>
              </a:ext>
            </a:extLst>
          </p:cNvPr>
          <p:cNvSpPr/>
          <p:nvPr/>
        </p:nvSpPr>
        <p:spPr>
          <a:xfrm>
            <a:off x="4925537" y="2658778"/>
            <a:ext cx="528638" cy="544842"/>
          </a:xfrm>
          <a:prstGeom prst="downArrow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2</a:t>
            </a:r>
          </a:p>
        </p:txBody>
      </p:sp>
      <p:sp>
        <p:nvSpPr>
          <p:cNvPr id="11" name="Seta: para Baixo 10">
            <a:extLst>
              <a:ext uri="{FF2B5EF4-FFF2-40B4-BE49-F238E27FC236}">
                <a16:creationId xmlns:a16="http://schemas.microsoft.com/office/drawing/2014/main" id="{DBAD14DD-A0BA-F9BD-98B4-5565EAFEA576}"/>
              </a:ext>
            </a:extLst>
          </p:cNvPr>
          <p:cNvSpPr/>
          <p:nvPr/>
        </p:nvSpPr>
        <p:spPr>
          <a:xfrm>
            <a:off x="5819393" y="2658778"/>
            <a:ext cx="528638" cy="544842"/>
          </a:xfrm>
          <a:prstGeom prst="downArrow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3</a:t>
            </a:r>
          </a:p>
        </p:txBody>
      </p:sp>
      <p:sp>
        <p:nvSpPr>
          <p:cNvPr id="12" name="Seta: para Baixo 11">
            <a:extLst>
              <a:ext uri="{FF2B5EF4-FFF2-40B4-BE49-F238E27FC236}">
                <a16:creationId xmlns:a16="http://schemas.microsoft.com/office/drawing/2014/main" id="{2C1D758A-DD2E-6C08-5BDB-291A29504200}"/>
              </a:ext>
            </a:extLst>
          </p:cNvPr>
          <p:cNvSpPr/>
          <p:nvPr/>
        </p:nvSpPr>
        <p:spPr>
          <a:xfrm>
            <a:off x="6715855" y="2658778"/>
            <a:ext cx="528638" cy="544842"/>
          </a:xfrm>
          <a:prstGeom prst="downArrow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4</a:t>
            </a:r>
          </a:p>
        </p:txBody>
      </p:sp>
      <p:sp>
        <p:nvSpPr>
          <p:cNvPr id="14" name="Seta: para Baixo 13">
            <a:extLst>
              <a:ext uri="{FF2B5EF4-FFF2-40B4-BE49-F238E27FC236}">
                <a16:creationId xmlns:a16="http://schemas.microsoft.com/office/drawing/2014/main" id="{8E09EE6F-21AD-7CB3-F3F1-A64DEF8E7A5C}"/>
              </a:ext>
            </a:extLst>
          </p:cNvPr>
          <p:cNvSpPr/>
          <p:nvPr/>
        </p:nvSpPr>
        <p:spPr>
          <a:xfrm>
            <a:off x="7631681" y="2652452"/>
            <a:ext cx="528638" cy="544842"/>
          </a:xfrm>
          <a:prstGeom prst="downArrow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79719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3D9EA-E545-9D81-3542-12026D73C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92CB136-8914-CBDD-25E8-CC96AB087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Estrutura do CSS Grid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C1A5F9E-5CDC-735D-7890-34B6A9AD2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544842"/>
          </a:xfrm>
        </p:spPr>
        <p:txBody>
          <a:bodyPr/>
          <a:lstStyle/>
          <a:p>
            <a:r>
              <a:rPr lang="pt-BR" b="1" dirty="0"/>
              <a:t>CSS Grid</a:t>
            </a:r>
            <a:r>
              <a:rPr lang="pt-BR" dirty="0"/>
              <a:t> é um sistema de layout do CSS que permite organizar elementos em: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BB836209-437F-499F-92C2-B06D6A8500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347577"/>
              </p:ext>
            </p:extLst>
          </p:nvPr>
        </p:nvGraphicFramePr>
        <p:xfrm>
          <a:off x="4296000" y="3228596"/>
          <a:ext cx="360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368878969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22067505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97169241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523835188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237459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1266157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23351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168428"/>
                  </a:ext>
                </a:extLst>
              </a:tr>
            </a:tbl>
          </a:graphicData>
        </a:graphic>
      </p:graphicFrame>
      <p:sp>
        <p:nvSpPr>
          <p:cNvPr id="4" name="CaixaDeTexto 3">
            <a:extLst>
              <a:ext uri="{FF2B5EF4-FFF2-40B4-BE49-F238E27FC236}">
                <a16:creationId xmlns:a16="http://schemas.microsoft.com/office/drawing/2014/main" id="{A6387877-063C-DC68-8D5C-5FFF3BCB4210}"/>
              </a:ext>
            </a:extLst>
          </p:cNvPr>
          <p:cNvSpPr txBox="1"/>
          <p:nvPr/>
        </p:nvSpPr>
        <p:spPr>
          <a:xfrm>
            <a:off x="8337594" y="4099152"/>
            <a:ext cx="1543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grid </a:t>
            </a:r>
            <a:r>
              <a:rPr lang="pt-BR" b="1" dirty="0" err="1">
                <a:solidFill>
                  <a:srgbClr val="0430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lines</a:t>
            </a:r>
            <a:endParaRPr lang="pt-BR" b="1" dirty="0">
              <a:solidFill>
                <a:srgbClr val="04307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eta: para Baixo 8">
            <a:extLst>
              <a:ext uri="{FF2B5EF4-FFF2-40B4-BE49-F238E27FC236}">
                <a16:creationId xmlns:a16="http://schemas.microsoft.com/office/drawing/2014/main" id="{D3715584-0BBC-FB0F-57FE-5F1729E1018E}"/>
              </a:ext>
            </a:extLst>
          </p:cNvPr>
          <p:cNvSpPr/>
          <p:nvPr/>
        </p:nvSpPr>
        <p:spPr>
          <a:xfrm>
            <a:off x="4031681" y="2658778"/>
            <a:ext cx="528638" cy="544842"/>
          </a:xfrm>
          <a:prstGeom prst="downArrow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</a:t>
            </a:r>
          </a:p>
        </p:txBody>
      </p:sp>
      <p:sp>
        <p:nvSpPr>
          <p:cNvPr id="10" name="Seta: para Baixo 9">
            <a:extLst>
              <a:ext uri="{FF2B5EF4-FFF2-40B4-BE49-F238E27FC236}">
                <a16:creationId xmlns:a16="http://schemas.microsoft.com/office/drawing/2014/main" id="{DD14E1F1-D846-E3C8-1CC9-827D4FAA0FCC}"/>
              </a:ext>
            </a:extLst>
          </p:cNvPr>
          <p:cNvSpPr/>
          <p:nvPr/>
        </p:nvSpPr>
        <p:spPr>
          <a:xfrm>
            <a:off x="4925537" y="2658778"/>
            <a:ext cx="528638" cy="544842"/>
          </a:xfrm>
          <a:prstGeom prst="downArrow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2</a:t>
            </a:r>
          </a:p>
        </p:txBody>
      </p:sp>
      <p:sp>
        <p:nvSpPr>
          <p:cNvPr id="11" name="Seta: para Baixo 10">
            <a:extLst>
              <a:ext uri="{FF2B5EF4-FFF2-40B4-BE49-F238E27FC236}">
                <a16:creationId xmlns:a16="http://schemas.microsoft.com/office/drawing/2014/main" id="{C167F3C6-86BD-25F3-D866-B50A30687270}"/>
              </a:ext>
            </a:extLst>
          </p:cNvPr>
          <p:cNvSpPr/>
          <p:nvPr/>
        </p:nvSpPr>
        <p:spPr>
          <a:xfrm>
            <a:off x="5819393" y="2658778"/>
            <a:ext cx="528638" cy="544842"/>
          </a:xfrm>
          <a:prstGeom prst="downArrow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3</a:t>
            </a:r>
          </a:p>
        </p:txBody>
      </p:sp>
      <p:sp>
        <p:nvSpPr>
          <p:cNvPr id="12" name="Seta: para Baixo 11">
            <a:extLst>
              <a:ext uri="{FF2B5EF4-FFF2-40B4-BE49-F238E27FC236}">
                <a16:creationId xmlns:a16="http://schemas.microsoft.com/office/drawing/2014/main" id="{D105CC38-A3F5-6CAF-95DF-7440F43200F6}"/>
              </a:ext>
            </a:extLst>
          </p:cNvPr>
          <p:cNvSpPr/>
          <p:nvPr/>
        </p:nvSpPr>
        <p:spPr>
          <a:xfrm>
            <a:off x="6715855" y="2658778"/>
            <a:ext cx="528638" cy="544842"/>
          </a:xfrm>
          <a:prstGeom prst="downArrow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4</a:t>
            </a:r>
          </a:p>
        </p:txBody>
      </p:sp>
      <p:sp>
        <p:nvSpPr>
          <p:cNvPr id="14" name="Seta: para Baixo 13">
            <a:extLst>
              <a:ext uri="{FF2B5EF4-FFF2-40B4-BE49-F238E27FC236}">
                <a16:creationId xmlns:a16="http://schemas.microsoft.com/office/drawing/2014/main" id="{C9F03985-E653-2161-D42B-FBAAE69E49C0}"/>
              </a:ext>
            </a:extLst>
          </p:cNvPr>
          <p:cNvSpPr/>
          <p:nvPr/>
        </p:nvSpPr>
        <p:spPr>
          <a:xfrm>
            <a:off x="7631681" y="2652452"/>
            <a:ext cx="528638" cy="544842"/>
          </a:xfrm>
          <a:prstGeom prst="downArrow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5</a:t>
            </a:r>
          </a:p>
        </p:txBody>
      </p:sp>
      <p:sp>
        <p:nvSpPr>
          <p:cNvPr id="15" name="Seta: para Baixo 14">
            <a:extLst>
              <a:ext uri="{FF2B5EF4-FFF2-40B4-BE49-F238E27FC236}">
                <a16:creationId xmlns:a16="http://schemas.microsoft.com/office/drawing/2014/main" id="{6C111744-32BD-16D9-DA76-BC7A11B1FA90}"/>
              </a:ext>
            </a:extLst>
          </p:cNvPr>
          <p:cNvSpPr/>
          <p:nvPr/>
        </p:nvSpPr>
        <p:spPr>
          <a:xfrm rot="5400000" flipV="1">
            <a:off x="3746972" y="2956175"/>
            <a:ext cx="528638" cy="544842"/>
          </a:xfrm>
          <a:prstGeom prst="downArrow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</a:t>
            </a:r>
          </a:p>
        </p:txBody>
      </p:sp>
      <p:sp>
        <p:nvSpPr>
          <p:cNvPr id="16" name="Seta: para Baixo 15">
            <a:extLst>
              <a:ext uri="{FF2B5EF4-FFF2-40B4-BE49-F238E27FC236}">
                <a16:creationId xmlns:a16="http://schemas.microsoft.com/office/drawing/2014/main" id="{16C72FF7-6053-D6E5-0845-A259E1477A88}"/>
              </a:ext>
            </a:extLst>
          </p:cNvPr>
          <p:cNvSpPr/>
          <p:nvPr/>
        </p:nvSpPr>
        <p:spPr>
          <a:xfrm rot="5400000" flipV="1">
            <a:off x="3746972" y="3665065"/>
            <a:ext cx="528638" cy="544842"/>
          </a:xfrm>
          <a:prstGeom prst="downArrow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2</a:t>
            </a:r>
          </a:p>
        </p:txBody>
      </p:sp>
      <p:sp>
        <p:nvSpPr>
          <p:cNvPr id="17" name="Seta: para Baixo 16">
            <a:extLst>
              <a:ext uri="{FF2B5EF4-FFF2-40B4-BE49-F238E27FC236}">
                <a16:creationId xmlns:a16="http://schemas.microsoft.com/office/drawing/2014/main" id="{FA6F048A-DCA4-ED07-B217-C8A32259D9B0}"/>
              </a:ext>
            </a:extLst>
          </p:cNvPr>
          <p:cNvSpPr/>
          <p:nvPr/>
        </p:nvSpPr>
        <p:spPr>
          <a:xfrm rot="5400000" flipV="1">
            <a:off x="3746972" y="4399785"/>
            <a:ext cx="528638" cy="544842"/>
          </a:xfrm>
          <a:prstGeom prst="downArrow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3</a:t>
            </a:r>
          </a:p>
        </p:txBody>
      </p:sp>
      <p:sp>
        <p:nvSpPr>
          <p:cNvPr id="18" name="Seta: para Baixo 17">
            <a:extLst>
              <a:ext uri="{FF2B5EF4-FFF2-40B4-BE49-F238E27FC236}">
                <a16:creationId xmlns:a16="http://schemas.microsoft.com/office/drawing/2014/main" id="{F8F90393-7386-C754-00B3-6FCE93B554B3}"/>
              </a:ext>
            </a:extLst>
          </p:cNvPr>
          <p:cNvSpPr/>
          <p:nvPr/>
        </p:nvSpPr>
        <p:spPr>
          <a:xfrm rot="5400000" flipV="1">
            <a:off x="3746972" y="5114024"/>
            <a:ext cx="528638" cy="544842"/>
          </a:xfrm>
          <a:prstGeom prst="downArrow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4</a:t>
            </a:r>
          </a:p>
        </p:txBody>
      </p:sp>
      <p:sp>
        <p:nvSpPr>
          <p:cNvPr id="19" name="Seta: para Baixo 18">
            <a:extLst>
              <a:ext uri="{FF2B5EF4-FFF2-40B4-BE49-F238E27FC236}">
                <a16:creationId xmlns:a16="http://schemas.microsoft.com/office/drawing/2014/main" id="{23CB12BD-3103-FA40-AC4E-FD972E86D0C0}"/>
              </a:ext>
            </a:extLst>
          </p:cNvPr>
          <p:cNvSpPr/>
          <p:nvPr/>
        </p:nvSpPr>
        <p:spPr>
          <a:xfrm rot="5400000" flipV="1">
            <a:off x="3746972" y="5836175"/>
            <a:ext cx="528638" cy="544842"/>
          </a:xfrm>
          <a:prstGeom prst="downArrow">
            <a:avLst/>
          </a:prstGeom>
          <a:solidFill>
            <a:srgbClr val="043073"/>
          </a:solidFill>
          <a:ln>
            <a:solidFill>
              <a:srgbClr val="0430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5</a:t>
            </a:r>
          </a:p>
        </p:txBody>
      </p:sp>
      <p:cxnSp>
        <p:nvCxnSpPr>
          <p:cNvPr id="22" name="Conector: Angulado 21">
            <a:extLst>
              <a:ext uri="{FF2B5EF4-FFF2-40B4-BE49-F238E27FC236}">
                <a16:creationId xmlns:a16="http://schemas.microsoft.com/office/drawing/2014/main" id="{8B18470E-37C9-D2BD-931C-FFC3B191C8AF}"/>
              </a:ext>
            </a:extLst>
          </p:cNvPr>
          <p:cNvCxnSpPr>
            <a:endCxn id="4" idx="1"/>
          </p:cNvCxnSpPr>
          <p:nvPr/>
        </p:nvCxnSpPr>
        <p:spPr>
          <a:xfrm>
            <a:off x="7366000" y="3937485"/>
            <a:ext cx="971594" cy="346333"/>
          </a:xfrm>
          <a:prstGeom prst="bentConnector3">
            <a:avLst>
              <a:gd name="adj1" fmla="val 329"/>
            </a:avLst>
          </a:prstGeom>
          <a:ln w="38100">
            <a:solidFill>
              <a:srgbClr val="04307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0183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9C85E-DCE6-B9DC-4B2D-330E96110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D4DF844E-DFAB-F39D-EC1E-6F1578566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Estrutura do CSS Grid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459BEBE-02D6-1DED-72DC-A3FE0F9B11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544842"/>
          </a:xfrm>
        </p:spPr>
        <p:txBody>
          <a:bodyPr/>
          <a:lstStyle/>
          <a:p>
            <a:r>
              <a:rPr lang="pt-BR" b="1" dirty="0"/>
              <a:t>CSS Grid</a:t>
            </a:r>
            <a:r>
              <a:rPr lang="pt-BR" dirty="0"/>
              <a:t> é um sistema de layout do CSS que permite organizar elementos em:</a:t>
            </a: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3F6AE955-1D79-1668-9157-0074D827AB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607546"/>
              </p:ext>
            </p:extLst>
          </p:nvPr>
        </p:nvGraphicFramePr>
        <p:xfrm>
          <a:off x="4296000" y="3429000"/>
          <a:ext cx="360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368878969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22067505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97169241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523835188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2374598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1266157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23351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168428"/>
                  </a:ext>
                </a:extLst>
              </a:tr>
            </a:tbl>
          </a:graphicData>
        </a:graphic>
      </p:graphicFrame>
      <p:grpSp>
        <p:nvGrpSpPr>
          <p:cNvPr id="38" name="Agrupar 37">
            <a:extLst>
              <a:ext uri="{FF2B5EF4-FFF2-40B4-BE49-F238E27FC236}">
                <a16:creationId xmlns:a16="http://schemas.microsoft.com/office/drawing/2014/main" id="{28A3D01C-1E5C-5CCF-16C2-FBE5C00F2A77}"/>
              </a:ext>
            </a:extLst>
          </p:cNvPr>
          <p:cNvGrpSpPr/>
          <p:nvPr/>
        </p:nvGrpSpPr>
        <p:grpSpPr>
          <a:xfrm>
            <a:off x="4116000" y="2629525"/>
            <a:ext cx="3946440" cy="769333"/>
            <a:chOff x="4116000" y="2629525"/>
            <a:chExt cx="3946440" cy="769333"/>
          </a:xfrm>
        </p:grpSpPr>
        <p:sp>
          <p:nvSpPr>
            <p:cNvPr id="27" name="Seta: Pentágono 26">
              <a:extLst>
                <a:ext uri="{FF2B5EF4-FFF2-40B4-BE49-F238E27FC236}">
                  <a16:creationId xmlns:a16="http://schemas.microsoft.com/office/drawing/2014/main" id="{906B1D18-2D92-DE72-777D-C67C572E6717}"/>
                </a:ext>
              </a:extLst>
            </p:cNvPr>
            <p:cNvSpPr/>
            <p:nvPr/>
          </p:nvSpPr>
          <p:spPr>
            <a:xfrm rot="5400000">
              <a:off x="4116000" y="3038858"/>
              <a:ext cx="360000" cy="360000"/>
            </a:xfrm>
            <a:prstGeom prst="homePlate">
              <a:avLst>
                <a:gd name="adj" fmla="val 37012"/>
              </a:avLst>
            </a:prstGeom>
            <a:solidFill>
              <a:srgbClr val="04307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pt-B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8" name="Seta: Pentágono 27">
              <a:extLst>
                <a:ext uri="{FF2B5EF4-FFF2-40B4-BE49-F238E27FC236}">
                  <a16:creationId xmlns:a16="http://schemas.microsoft.com/office/drawing/2014/main" id="{D6288601-D5F0-961B-0C7F-673583265A68}"/>
                </a:ext>
              </a:extLst>
            </p:cNvPr>
            <p:cNvSpPr/>
            <p:nvPr/>
          </p:nvSpPr>
          <p:spPr>
            <a:xfrm rot="5400000">
              <a:off x="5022780" y="3038858"/>
              <a:ext cx="360000" cy="360000"/>
            </a:xfrm>
            <a:prstGeom prst="homePlate">
              <a:avLst>
                <a:gd name="adj" fmla="val 37012"/>
              </a:avLst>
            </a:prstGeom>
            <a:solidFill>
              <a:srgbClr val="04307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pt-B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9" name="Seta: Pentágono 28">
              <a:extLst>
                <a:ext uri="{FF2B5EF4-FFF2-40B4-BE49-F238E27FC236}">
                  <a16:creationId xmlns:a16="http://schemas.microsoft.com/office/drawing/2014/main" id="{E561C803-3B77-7FF0-8975-044861415054}"/>
                </a:ext>
              </a:extLst>
            </p:cNvPr>
            <p:cNvSpPr/>
            <p:nvPr/>
          </p:nvSpPr>
          <p:spPr>
            <a:xfrm rot="5400000">
              <a:off x="5916000" y="3038858"/>
              <a:ext cx="360000" cy="360000"/>
            </a:xfrm>
            <a:prstGeom prst="homePlate">
              <a:avLst>
                <a:gd name="adj" fmla="val 37012"/>
              </a:avLst>
            </a:prstGeom>
            <a:solidFill>
              <a:srgbClr val="04307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pt-B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30" name="Seta: Pentágono 29">
              <a:extLst>
                <a:ext uri="{FF2B5EF4-FFF2-40B4-BE49-F238E27FC236}">
                  <a16:creationId xmlns:a16="http://schemas.microsoft.com/office/drawing/2014/main" id="{D820F880-0275-0A54-6CC5-D7EA1D503AE2}"/>
                </a:ext>
              </a:extLst>
            </p:cNvPr>
            <p:cNvSpPr/>
            <p:nvPr/>
          </p:nvSpPr>
          <p:spPr>
            <a:xfrm rot="5400000">
              <a:off x="6809220" y="3038858"/>
              <a:ext cx="360000" cy="360000"/>
            </a:xfrm>
            <a:prstGeom prst="homePlate">
              <a:avLst>
                <a:gd name="adj" fmla="val 37012"/>
              </a:avLst>
            </a:prstGeom>
            <a:solidFill>
              <a:srgbClr val="04307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pt-B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31" name="Seta: Pentágono 30">
              <a:extLst>
                <a:ext uri="{FF2B5EF4-FFF2-40B4-BE49-F238E27FC236}">
                  <a16:creationId xmlns:a16="http://schemas.microsoft.com/office/drawing/2014/main" id="{C5441937-8AFF-5BB0-F727-4CDFE828BFCD}"/>
                </a:ext>
              </a:extLst>
            </p:cNvPr>
            <p:cNvSpPr/>
            <p:nvPr/>
          </p:nvSpPr>
          <p:spPr>
            <a:xfrm rot="5400000">
              <a:off x="7702440" y="3036912"/>
              <a:ext cx="360000" cy="360000"/>
            </a:xfrm>
            <a:prstGeom prst="homePlate">
              <a:avLst>
                <a:gd name="adj" fmla="val 37012"/>
              </a:avLst>
            </a:prstGeom>
            <a:solidFill>
              <a:srgbClr val="04307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pt-B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32" name="Seta: Pentágono 31">
              <a:extLst>
                <a:ext uri="{FF2B5EF4-FFF2-40B4-BE49-F238E27FC236}">
                  <a16:creationId xmlns:a16="http://schemas.microsoft.com/office/drawing/2014/main" id="{B85144B4-3713-F420-0930-19C0935A41AB}"/>
                </a:ext>
              </a:extLst>
            </p:cNvPr>
            <p:cNvSpPr/>
            <p:nvPr/>
          </p:nvSpPr>
          <p:spPr>
            <a:xfrm rot="5400000">
              <a:off x="4116000" y="2631471"/>
              <a:ext cx="360000" cy="360000"/>
            </a:xfrm>
            <a:prstGeom prst="homePlate">
              <a:avLst>
                <a:gd name="adj" fmla="val 37012"/>
              </a:avLst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pt-B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-5</a:t>
              </a:r>
            </a:p>
          </p:txBody>
        </p:sp>
        <p:sp>
          <p:nvSpPr>
            <p:cNvPr id="33" name="Seta: Pentágono 32">
              <a:extLst>
                <a:ext uri="{FF2B5EF4-FFF2-40B4-BE49-F238E27FC236}">
                  <a16:creationId xmlns:a16="http://schemas.microsoft.com/office/drawing/2014/main" id="{5F223376-5898-0E5E-B246-D7DB434116A6}"/>
                </a:ext>
              </a:extLst>
            </p:cNvPr>
            <p:cNvSpPr/>
            <p:nvPr/>
          </p:nvSpPr>
          <p:spPr>
            <a:xfrm rot="5400000">
              <a:off x="5022780" y="2631471"/>
              <a:ext cx="360000" cy="360000"/>
            </a:xfrm>
            <a:prstGeom prst="homePlate">
              <a:avLst>
                <a:gd name="adj" fmla="val 37012"/>
              </a:avLst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pt-B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-4</a:t>
              </a:r>
            </a:p>
          </p:txBody>
        </p:sp>
        <p:sp>
          <p:nvSpPr>
            <p:cNvPr id="34" name="Seta: Pentágono 33">
              <a:extLst>
                <a:ext uri="{FF2B5EF4-FFF2-40B4-BE49-F238E27FC236}">
                  <a16:creationId xmlns:a16="http://schemas.microsoft.com/office/drawing/2014/main" id="{3907E65D-1E21-BEFC-53D6-57CBCD1E82AC}"/>
                </a:ext>
              </a:extLst>
            </p:cNvPr>
            <p:cNvSpPr/>
            <p:nvPr/>
          </p:nvSpPr>
          <p:spPr>
            <a:xfrm rot="5400000">
              <a:off x="5916000" y="2631471"/>
              <a:ext cx="360000" cy="360000"/>
            </a:xfrm>
            <a:prstGeom prst="homePlate">
              <a:avLst>
                <a:gd name="adj" fmla="val 37012"/>
              </a:avLst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pt-B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-3</a:t>
              </a:r>
            </a:p>
          </p:txBody>
        </p:sp>
        <p:sp>
          <p:nvSpPr>
            <p:cNvPr id="35" name="Seta: Pentágono 34">
              <a:extLst>
                <a:ext uri="{FF2B5EF4-FFF2-40B4-BE49-F238E27FC236}">
                  <a16:creationId xmlns:a16="http://schemas.microsoft.com/office/drawing/2014/main" id="{5B57F3C6-A2AF-994C-EC0C-9CDB293E8B0B}"/>
                </a:ext>
              </a:extLst>
            </p:cNvPr>
            <p:cNvSpPr/>
            <p:nvPr/>
          </p:nvSpPr>
          <p:spPr>
            <a:xfrm rot="5400000">
              <a:off x="6809220" y="2631471"/>
              <a:ext cx="360000" cy="360000"/>
            </a:xfrm>
            <a:prstGeom prst="homePlate">
              <a:avLst>
                <a:gd name="adj" fmla="val 37012"/>
              </a:avLst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pt-B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-2</a:t>
              </a:r>
            </a:p>
          </p:txBody>
        </p:sp>
        <p:sp>
          <p:nvSpPr>
            <p:cNvPr id="36" name="Seta: Pentágono 35">
              <a:extLst>
                <a:ext uri="{FF2B5EF4-FFF2-40B4-BE49-F238E27FC236}">
                  <a16:creationId xmlns:a16="http://schemas.microsoft.com/office/drawing/2014/main" id="{349361AF-6936-AAA2-A969-67C7A1DB72A1}"/>
                </a:ext>
              </a:extLst>
            </p:cNvPr>
            <p:cNvSpPr/>
            <p:nvPr/>
          </p:nvSpPr>
          <p:spPr>
            <a:xfrm rot="5400000">
              <a:off x="7702440" y="2629525"/>
              <a:ext cx="360000" cy="360000"/>
            </a:xfrm>
            <a:prstGeom prst="homePlate">
              <a:avLst>
                <a:gd name="adj" fmla="val 37012"/>
              </a:avLst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pt-BR" sz="11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-1</a:t>
              </a:r>
            </a:p>
          </p:txBody>
        </p:sp>
      </p:grpSp>
      <p:sp>
        <p:nvSpPr>
          <p:cNvPr id="40" name="Seta: Pentágono 39">
            <a:extLst>
              <a:ext uri="{FF2B5EF4-FFF2-40B4-BE49-F238E27FC236}">
                <a16:creationId xmlns:a16="http://schemas.microsoft.com/office/drawing/2014/main" id="{F98AD506-7C15-7CB7-49DF-C7B251D17260}"/>
              </a:ext>
            </a:extLst>
          </p:cNvPr>
          <p:cNvSpPr/>
          <p:nvPr/>
        </p:nvSpPr>
        <p:spPr>
          <a:xfrm flipV="1">
            <a:off x="3867276" y="3268988"/>
            <a:ext cx="360000" cy="360000"/>
          </a:xfrm>
          <a:prstGeom prst="homePlate">
            <a:avLst>
              <a:gd name="adj" fmla="val 37012"/>
            </a:avLst>
          </a:prstGeom>
          <a:solidFill>
            <a:srgbClr val="04307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pt-BR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41" name="Seta: Pentágono 40">
            <a:extLst>
              <a:ext uri="{FF2B5EF4-FFF2-40B4-BE49-F238E27FC236}">
                <a16:creationId xmlns:a16="http://schemas.microsoft.com/office/drawing/2014/main" id="{EC77270A-7C44-2AF5-BB70-824C665B36A1}"/>
              </a:ext>
            </a:extLst>
          </p:cNvPr>
          <p:cNvSpPr/>
          <p:nvPr/>
        </p:nvSpPr>
        <p:spPr>
          <a:xfrm flipV="1">
            <a:off x="3906521" y="3967922"/>
            <a:ext cx="360000" cy="360000"/>
          </a:xfrm>
          <a:prstGeom prst="homePlate">
            <a:avLst>
              <a:gd name="adj" fmla="val 37012"/>
            </a:avLst>
          </a:prstGeom>
          <a:solidFill>
            <a:srgbClr val="04307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pt-BR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42" name="Seta: Pentágono 41">
            <a:extLst>
              <a:ext uri="{FF2B5EF4-FFF2-40B4-BE49-F238E27FC236}">
                <a16:creationId xmlns:a16="http://schemas.microsoft.com/office/drawing/2014/main" id="{1A8808EE-8CA6-B045-7518-B868205D95F7}"/>
              </a:ext>
            </a:extLst>
          </p:cNvPr>
          <p:cNvSpPr/>
          <p:nvPr/>
        </p:nvSpPr>
        <p:spPr>
          <a:xfrm flipV="1">
            <a:off x="3900617" y="4683218"/>
            <a:ext cx="360000" cy="360000"/>
          </a:xfrm>
          <a:prstGeom prst="homePlate">
            <a:avLst>
              <a:gd name="adj" fmla="val 37012"/>
            </a:avLst>
          </a:prstGeom>
          <a:solidFill>
            <a:srgbClr val="04307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pt-BR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43" name="Seta: Pentágono 42">
            <a:extLst>
              <a:ext uri="{FF2B5EF4-FFF2-40B4-BE49-F238E27FC236}">
                <a16:creationId xmlns:a16="http://schemas.microsoft.com/office/drawing/2014/main" id="{A2731053-4230-16CA-4887-45EDA56F4D62}"/>
              </a:ext>
            </a:extLst>
          </p:cNvPr>
          <p:cNvSpPr/>
          <p:nvPr/>
        </p:nvSpPr>
        <p:spPr>
          <a:xfrm flipV="1">
            <a:off x="3900617" y="5409740"/>
            <a:ext cx="360000" cy="360000"/>
          </a:xfrm>
          <a:prstGeom prst="homePlate">
            <a:avLst>
              <a:gd name="adj" fmla="val 37012"/>
            </a:avLst>
          </a:prstGeom>
          <a:solidFill>
            <a:srgbClr val="04307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pt-BR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44" name="Seta: Pentágono 43">
            <a:extLst>
              <a:ext uri="{FF2B5EF4-FFF2-40B4-BE49-F238E27FC236}">
                <a16:creationId xmlns:a16="http://schemas.microsoft.com/office/drawing/2014/main" id="{E105F631-48C5-CC83-8774-3A3F5BEDC172}"/>
              </a:ext>
            </a:extLst>
          </p:cNvPr>
          <p:cNvSpPr/>
          <p:nvPr/>
        </p:nvSpPr>
        <p:spPr>
          <a:xfrm flipV="1">
            <a:off x="3908197" y="6131504"/>
            <a:ext cx="360000" cy="360000"/>
          </a:xfrm>
          <a:prstGeom prst="homePlate">
            <a:avLst>
              <a:gd name="adj" fmla="val 37012"/>
            </a:avLst>
          </a:prstGeom>
          <a:solidFill>
            <a:srgbClr val="04307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pt-BR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5" name="Seta: Pentágono 44">
            <a:extLst>
              <a:ext uri="{FF2B5EF4-FFF2-40B4-BE49-F238E27FC236}">
                <a16:creationId xmlns:a16="http://schemas.microsoft.com/office/drawing/2014/main" id="{3AF24198-00E3-F358-012B-3793E8A22580}"/>
              </a:ext>
            </a:extLst>
          </p:cNvPr>
          <p:cNvSpPr/>
          <p:nvPr/>
        </p:nvSpPr>
        <p:spPr>
          <a:xfrm flipV="1">
            <a:off x="3459889" y="3268988"/>
            <a:ext cx="360000" cy="360000"/>
          </a:xfrm>
          <a:prstGeom prst="homePlate">
            <a:avLst>
              <a:gd name="adj" fmla="val 37012"/>
            </a:avLst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pt-BR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-5</a:t>
            </a:r>
          </a:p>
        </p:txBody>
      </p:sp>
      <p:sp>
        <p:nvSpPr>
          <p:cNvPr id="46" name="Seta: Pentágono 45">
            <a:extLst>
              <a:ext uri="{FF2B5EF4-FFF2-40B4-BE49-F238E27FC236}">
                <a16:creationId xmlns:a16="http://schemas.microsoft.com/office/drawing/2014/main" id="{89279D47-640B-81BB-F088-E5F3F005DF57}"/>
              </a:ext>
            </a:extLst>
          </p:cNvPr>
          <p:cNvSpPr/>
          <p:nvPr/>
        </p:nvSpPr>
        <p:spPr>
          <a:xfrm flipV="1">
            <a:off x="3499134" y="3967922"/>
            <a:ext cx="360000" cy="360000"/>
          </a:xfrm>
          <a:prstGeom prst="homePlate">
            <a:avLst>
              <a:gd name="adj" fmla="val 37012"/>
            </a:avLst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pt-BR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-4</a:t>
            </a:r>
          </a:p>
        </p:txBody>
      </p:sp>
      <p:sp>
        <p:nvSpPr>
          <p:cNvPr id="47" name="Seta: Pentágono 46">
            <a:extLst>
              <a:ext uri="{FF2B5EF4-FFF2-40B4-BE49-F238E27FC236}">
                <a16:creationId xmlns:a16="http://schemas.microsoft.com/office/drawing/2014/main" id="{4F35112D-2B8C-542E-8C4D-E2B57AAA8C21}"/>
              </a:ext>
            </a:extLst>
          </p:cNvPr>
          <p:cNvSpPr/>
          <p:nvPr/>
        </p:nvSpPr>
        <p:spPr>
          <a:xfrm flipV="1">
            <a:off x="3493230" y="4683218"/>
            <a:ext cx="360000" cy="360000"/>
          </a:xfrm>
          <a:prstGeom prst="homePlate">
            <a:avLst>
              <a:gd name="adj" fmla="val 37012"/>
            </a:avLst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pt-BR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-3</a:t>
            </a:r>
          </a:p>
        </p:txBody>
      </p:sp>
      <p:sp>
        <p:nvSpPr>
          <p:cNvPr id="48" name="Seta: Pentágono 47">
            <a:extLst>
              <a:ext uri="{FF2B5EF4-FFF2-40B4-BE49-F238E27FC236}">
                <a16:creationId xmlns:a16="http://schemas.microsoft.com/office/drawing/2014/main" id="{3F2D8C25-2AC2-98D5-7533-0431F379C832}"/>
              </a:ext>
            </a:extLst>
          </p:cNvPr>
          <p:cNvSpPr/>
          <p:nvPr/>
        </p:nvSpPr>
        <p:spPr>
          <a:xfrm flipV="1">
            <a:off x="3493230" y="5409740"/>
            <a:ext cx="360000" cy="360000"/>
          </a:xfrm>
          <a:prstGeom prst="homePlate">
            <a:avLst>
              <a:gd name="adj" fmla="val 37012"/>
            </a:avLst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pt-BR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-2</a:t>
            </a:r>
          </a:p>
        </p:txBody>
      </p:sp>
      <p:sp>
        <p:nvSpPr>
          <p:cNvPr id="49" name="Seta: Pentágono 48">
            <a:extLst>
              <a:ext uri="{FF2B5EF4-FFF2-40B4-BE49-F238E27FC236}">
                <a16:creationId xmlns:a16="http://schemas.microsoft.com/office/drawing/2014/main" id="{F5162DD9-E234-B81D-A869-DE382EBCF713}"/>
              </a:ext>
            </a:extLst>
          </p:cNvPr>
          <p:cNvSpPr/>
          <p:nvPr/>
        </p:nvSpPr>
        <p:spPr>
          <a:xfrm flipV="1">
            <a:off x="3500810" y="6131504"/>
            <a:ext cx="360000" cy="360000"/>
          </a:xfrm>
          <a:prstGeom prst="homePlate">
            <a:avLst>
              <a:gd name="adj" fmla="val 37012"/>
            </a:avLst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pt-BR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</a:p>
        </p:txBody>
      </p:sp>
    </p:spTree>
    <p:extLst>
      <p:ext uri="{BB962C8B-B14F-4D97-AF65-F5344CB8AC3E}">
        <p14:creationId xmlns:p14="http://schemas.microsoft.com/office/powerpoint/2010/main" val="3337518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4056CB-6BDF-66DD-E33B-FF47B6E2A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D91EFAF-7FA9-7AE1-AFA2-C4E0A1B728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238343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2196</TotalTime>
  <Words>221</Words>
  <Application>Microsoft Office PowerPoint</Application>
  <PresentationFormat>Widescreen</PresentationFormat>
  <Paragraphs>55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Tema do Office</vt:lpstr>
      <vt:lpstr>FlexBox em HTML</vt:lpstr>
      <vt:lpstr>O que é o Flex Grid </vt:lpstr>
      <vt:lpstr>Estrutura do CSS Grid</vt:lpstr>
      <vt:lpstr>Estrutura do CSS Grid</vt:lpstr>
      <vt:lpstr>Estrutura do CSS Grid</vt:lpstr>
      <vt:lpstr>Estrutura do CSS Grid</vt:lpstr>
      <vt:lpstr>Estrutura do CSS Grid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Pedro Miho</cp:lastModifiedBy>
  <cp:revision>243</cp:revision>
  <dcterms:created xsi:type="dcterms:W3CDTF">2024-03-08T12:14:33Z</dcterms:created>
  <dcterms:modified xsi:type="dcterms:W3CDTF">2026-08-20T23:54:40Z</dcterms:modified>
</cp:coreProperties>
</file>