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  <a:srgbClr val="E44D26"/>
    <a:srgbClr val="004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94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E822F-2664-47C4-8404-83B1D4D0E6EE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894BD-720E-4718-AD70-168A1A7602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2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sz="5400" dirty="0"/>
              <a:t>Introdução ao </a:t>
            </a:r>
            <a:r>
              <a:rPr lang="pt-BR" sz="5400" dirty="0" err="1"/>
              <a:t>BootStrap</a:t>
            </a:r>
            <a:endParaRPr lang="pt-BR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7B5E1-5901-D505-57C9-C5F30B47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bootstrap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09264B-9CF4-7F2B-76AC-584BEF7F1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31136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 err="1"/>
              <a:t>Bootstrap</a:t>
            </a:r>
            <a:r>
              <a:rPr lang="pt-BR" dirty="0"/>
              <a:t> é um </a:t>
            </a:r>
            <a:r>
              <a:rPr lang="pt-BR" b="1" dirty="0"/>
              <a:t>framework front-</a:t>
            </a:r>
            <a:r>
              <a:rPr lang="pt-BR" b="1" dirty="0" err="1"/>
              <a:t>end</a:t>
            </a:r>
            <a:r>
              <a:rPr lang="pt-BR" dirty="0"/>
              <a:t> que fornece componentes e classes CSS/</a:t>
            </a:r>
            <a:r>
              <a:rPr lang="pt-BR" dirty="0" err="1"/>
              <a:t>JavaScript</a:t>
            </a:r>
            <a:r>
              <a:rPr lang="pt-BR" dirty="0"/>
              <a:t> prontos para ajudar a construir páginas web </a:t>
            </a:r>
            <a:r>
              <a:rPr lang="pt-BR" b="1" dirty="0"/>
              <a:t>rápidas, responsivas e visualmente consistentes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8D68E4-530C-5716-F30A-16BF70150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6" y="4014537"/>
            <a:ext cx="6172735" cy="3962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837F2B7-2AB7-F995-F2B3-12C55CEF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707" y="3203671"/>
            <a:ext cx="3360711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9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F00A9-86D7-1D30-1B5F-446390CC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Como trabalhar com o BootStrap	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EC9E72-BA3F-1200-0F2E-19BFD782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12" y="2946399"/>
            <a:ext cx="4361473" cy="32145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F26598F-8A12-0AFD-74CE-4C25E82F3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82" y="2946398"/>
            <a:ext cx="4667648" cy="3214568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7F13B16-5692-3D23-5D03-2B0006FE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1723"/>
          </a:xfrm>
        </p:spPr>
        <p:txBody>
          <a:bodyPr/>
          <a:lstStyle/>
          <a:p>
            <a:r>
              <a:rPr lang="pt-BR" dirty="0"/>
              <a:t>Para trabalhar com o </a:t>
            </a:r>
            <a:r>
              <a:rPr lang="pt-BR" dirty="0" err="1"/>
              <a:t>bootstrap</a:t>
            </a:r>
            <a:r>
              <a:rPr lang="pt-BR" dirty="0"/>
              <a:t>, podemos utilizar a via CDN, conectado a internet ou também o gerenciador de pacotes na nossa maquina local.</a:t>
            </a:r>
          </a:p>
        </p:txBody>
      </p:sp>
    </p:spTree>
    <p:extLst>
      <p:ext uri="{BB962C8B-B14F-4D97-AF65-F5344CB8AC3E}">
        <p14:creationId xmlns:p14="http://schemas.microsoft.com/office/powerpoint/2010/main" val="216603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85B37-14FB-A4F5-8C0F-5B2431FE2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CDN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2E6A84-B2AE-82C5-DB5B-E86333BA7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47725"/>
          </a:xfrm>
        </p:spPr>
        <p:txBody>
          <a:bodyPr/>
          <a:lstStyle/>
          <a:p>
            <a:r>
              <a:rPr lang="pt-BR" dirty="0"/>
              <a:t>Para utilizarmos o método CDN, devemos copiar e colar os comandos da seguinte forma: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0B3FA0-6EB6-82FA-9ECA-C93513A83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858" y="2829266"/>
            <a:ext cx="6288284" cy="35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26598-461A-1A01-AB1B-B00868D2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</a:t>
            </a:r>
            <a:r>
              <a:rPr lang="pt-BR" dirty="0" err="1"/>
              <a:t>BootStrap</a:t>
            </a:r>
            <a:r>
              <a:rPr lang="pt-BR" dirty="0"/>
              <a:t>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C44442-BF28-3C0C-69DB-822FA7752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1565"/>
          </a:xfrm>
        </p:spPr>
        <p:txBody>
          <a:bodyPr/>
          <a:lstStyle/>
          <a:p>
            <a:r>
              <a:rPr lang="pt-BR" dirty="0"/>
              <a:t>Para criar página utilizando </a:t>
            </a:r>
            <a:r>
              <a:rPr lang="pt-BR" dirty="0" err="1"/>
              <a:t>bootstrap</a:t>
            </a:r>
            <a:r>
              <a:rPr lang="pt-BR" dirty="0"/>
              <a:t>, devemos acessar a documentação da página, conforme o passo a baixo: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2A6E55-2F5B-8B65-19BF-9B74C6B1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15" y="3254914"/>
            <a:ext cx="4267570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0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44849-75C1-669E-49E0-4E1414DB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NavBar</a:t>
            </a:r>
            <a:r>
              <a:rPr lang="pt-BR" dirty="0"/>
              <a:t>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17FCDE-53E5-DA7D-A50F-E50DB39CA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23645"/>
          </a:xfrm>
        </p:spPr>
        <p:txBody>
          <a:bodyPr/>
          <a:lstStyle/>
          <a:p>
            <a:r>
              <a:rPr lang="pt-BR" dirty="0"/>
              <a:t>A primeira etapa no desenvolvimento de qualquer página web, começa pelo </a:t>
            </a:r>
            <a:r>
              <a:rPr lang="pt-BR" dirty="0" err="1"/>
              <a:t>navbar</a:t>
            </a:r>
            <a:r>
              <a:rPr lang="pt-BR" dirty="0"/>
              <a:t>, para encontrar no </a:t>
            </a:r>
            <a:r>
              <a:rPr lang="pt-BR" dirty="0" err="1"/>
              <a:t>bootstrap</a:t>
            </a:r>
            <a:r>
              <a:rPr lang="pt-BR" dirty="0"/>
              <a:t>, basta você ir em componentes e encontrar o </a:t>
            </a:r>
            <a:r>
              <a:rPr lang="pt-BR" dirty="0" err="1"/>
              <a:t>navbar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E2863E-DD2E-7698-925E-1A4D2EAB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12" y="3251200"/>
            <a:ext cx="1829477" cy="319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13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C7DFD-F876-2457-A062-C7D867A5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da </a:t>
            </a:r>
            <a:r>
              <a:rPr lang="pt-BR" dirty="0" err="1"/>
              <a:t>Navbar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0B75868-3E5A-C7DB-93C5-761F4361F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1387"/>
              </p:ext>
            </p:extLst>
          </p:nvPr>
        </p:nvGraphicFramePr>
        <p:xfrm>
          <a:off x="838200" y="2035334"/>
          <a:ext cx="10515600" cy="4504086"/>
        </p:xfrm>
        <a:graphic>
          <a:graphicData uri="http://schemas.openxmlformats.org/drawingml/2006/table">
            <a:tbl>
              <a:tblPr/>
              <a:tblGrid>
                <a:gridCol w="2992120">
                  <a:extLst>
                    <a:ext uri="{9D8B030D-6E8A-4147-A177-3AD203B41FA5}">
                      <a16:colId xmlns:a16="http://schemas.microsoft.com/office/drawing/2014/main" val="2593076605"/>
                    </a:ext>
                  </a:extLst>
                </a:gridCol>
                <a:gridCol w="4018280">
                  <a:extLst>
                    <a:ext uri="{9D8B030D-6E8A-4147-A177-3AD203B41FA5}">
                      <a16:colId xmlns:a16="http://schemas.microsoft.com/office/drawing/2014/main" val="15471658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7484910"/>
                    </a:ext>
                  </a:extLst>
                </a:gridCol>
              </a:tblGrid>
              <a:tr h="585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que faz?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 no e-commerce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06403"/>
                  </a:ext>
                </a:extLst>
              </a:tr>
              <a:tr h="703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pt-BR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</a:t>
                      </a: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-brand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 a marca, empresa ou projeto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TechStore</a:t>
                      </a:r>
                      <a:endParaRPr lang="pt-BR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96747"/>
                  </a:ext>
                </a:extLst>
              </a:tr>
              <a:tr h="401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.navbar-nav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Agrupa os links de navegação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Produtos, Categorias, Ofertas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518518"/>
                  </a:ext>
                </a:extLst>
              </a:tr>
              <a:tr h="703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.navbar-toggler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Botão que abre/fecha o menu em telas menores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92746"/>
                  </a:ext>
                </a:extLst>
              </a:tr>
              <a:tr h="703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.navbar-text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Adiciona um texto dentro da </a:t>
                      </a:r>
                      <a:r>
                        <a:rPr lang="pt-BR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</a:t>
                      </a:r>
                      <a:endParaRPr lang="pt-BR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"Olá, Pedro!"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795190"/>
                  </a:ext>
                </a:extLst>
              </a:tr>
              <a:tr h="703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.collapse.navbar-collapse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Agrupa o conteúdo que será recolhido no menu 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Links + ações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036047"/>
                  </a:ext>
                </a:extLst>
              </a:tr>
              <a:tr h="703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.navbar-nav-scroll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Permite rolar o menu quando ele fica muito grande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com muitas categorias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14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75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FEC40-10C0-D30D-8B3E-850E37FA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Bootstrap</a:t>
            </a:r>
            <a:r>
              <a:rPr lang="pt-BR" dirty="0"/>
              <a:t> possui </a:t>
            </a:r>
            <a:r>
              <a:rPr lang="pt-BR" b="1" dirty="0"/>
              <a:t>breakpoints predefinidos</a:t>
            </a:r>
            <a:r>
              <a:rPr lang="pt-BR" dirty="0"/>
              <a:t>: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7D53961-AE3B-8E3F-DDCC-F156666CA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897486"/>
              </p:ext>
            </p:extLst>
          </p:nvPr>
        </p:nvGraphicFramePr>
        <p:xfrm>
          <a:off x="2496000" y="2621280"/>
          <a:ext cx="7200000" cy="3608414"/>
        </p:xfrm>
        <a:graphic>
          <a:graphicData uri="http://schemas.openxmlformats.org/drawingml/2006/table">
            <a:tbl>
              <a:tblPr/>
              <a:tblGrid>
                <a:gridCol w="3563104">
                  <a:extLst>
                    <a:ext uri="{9D8B030D-6E8A-4147-A177-3AD203B41FA5}">
                      <a16:colId xmlns:a16="http://schemas.microsoft.com/office/drawing/2014/main" val="2467139064"/>
                    </a:ext>
                  </a:extLst>
                </a:gridCol>
                <a:gridCol w="3636896">
                  <a:extLst>
                    <a:ext uri="{9D8B030D-6E8A-4147-A177-3AD203B41FA5}">
                      <a16:colId xmlns:a16="http://schemas.microsoft.com/office/drawing/2014/main" val="4089614456"/>
                    </a:ext>
                  </a:extLst>
                </a:gridCol>
              </a:tblGrid>
              <a:tr h="60841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8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8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partir 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5238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navbar-expand-sm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576px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18348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navbar-expand-md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768px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678636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navbar-expand-lg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992px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08239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navbar-expand-xl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0072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navbar-expand-xxl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147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785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</TotalTime>
  <Words>257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Tema do Office</vt:lpstr>
      <vt:lpstr>Introdução ao BootStrap</vt:lpstr>
      <vt:lpstr>O que é o bootstrap </vt:lpstr>
      <vt:lpstr>Como trabalhar com o BootStrap </vt:lpstr>
      <vt:lpstr>Utilizando o CDN</vt:lpstr>
      <vt:lpstr>Documentação BootStrap </vt:lpstr>
      <vt:lpstr>NavBar </vt:lpstr>
      <vt:lpstr>Componentes da Navbar</vt:lpstr>
      <vt:lpstr>O Bootstrap possui breakpoints predefinidos: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118</cp:revision>
  <dcterms:created xsi:type="dcterms:W3CDTF">2024-03-08T12:14:33Z</dcterms:created>
  <dcterms:modified xsi:type="dcterms:W3CDTF">2026-08-26T02:11:24Z</dcterms:modified>
</cp:coreProperties>
</file>