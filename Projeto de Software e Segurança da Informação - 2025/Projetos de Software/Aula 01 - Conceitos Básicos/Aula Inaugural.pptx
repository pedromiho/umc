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8"/>
  </p:notesMasterIdLst>
  <p:handoutMasterIdLst>
    <p:handoutMasterId r:id="rId69"/>
  </p:handoutMasterIdLst>
  <p:sldIdLst>
    <p:sldId id="256" r:id="rId2"/>
    <p:sldId id="261" r:id="rId3"/>
    <p:sldId id="262" r:id="rId4"/>
    <p:sldId id="263" r:id="rId5"/>
    <p:sldId id="284" r:id="rId6"/>
    <p:sldId id="264" r:id="rId7"/>
    <p:sldId id="265" r:id="rId8"/>
    <p:sldId id="266" r:id="rId9"/>
    <p:sldId id="283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5" r:id="rId24"/>
    <p:sldId id="286" r:id="rId25"/>
    <p:sldId id="278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267" r:id="rId53"/>
    <p:sldId id="313" r:id="rId54"/>
    <p:sldId id="314" r:id="rId55"/>
    <p:sldId id="27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dirty="0"/>
              <a:t>PROJETOS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DEE23-32D9-44A2-9003-D0B265CD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Pessoal - Alunos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B75058F-76D3-4F4A-8A2E-8DDD0D0D6AB3}"/>
              </a:ext>
            </a:extLst>
          </p:cNvPr>
          <p:cNvGrpSpPr/>
          <p:nvPr/>
        </p:nvGrpSpPr>
        <p:grpSpPr>
          <a:xfrm>
            <a:off x="1833651" y="2889000"/>
            <a:ext cx="8524699" cy="1932777"/>
            <a:chOff x="1833651" y="2889000"/>
            <a:chExt cx="8524699" cy="193277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873A6A2-CCF2-4913-A876-E9FA67FF6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651" y="2889000"/>
              <a:ext cx="1080000" cy="108000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83E0DB8-2513-4D8A-BFDA-BC32B156A7EC}"/>
                </a:ext>
              </a:extLst>
            </p:cNvPr>
            <p:cNvSpPr txBox="1"/>
            <p:nvPr/>
          </p:nvSpPr>
          <p:spPr>
            <a:xfrm>
              <a:off x="1896598" y="4121777"/>
              <a:ext cx="954107" cy="70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Nome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254F80C-E569-49AD-A3B2-8B87AFECA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8762" y="2889000"/>
              <a:ext cx="1114392" cy="1080000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74043DE-E82A-4A71-96EA-337C1F4FC248}"/>
                </a:ext>
              </a:extLst>
            </p:cNvPr>
            <p:cNvSpPr txBox="1"/>
            <p:nvPr/>
          </p:nvSpPr>
          <p:spPr>
            <a:xfrm>
              <a:off x="4773577" y="4121777"/>
              <a:ext cx="1944763" cy="376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Experiência Profissional</a:t>
              </a: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5E39A64-4412-4013-9950-ACC16EF3D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8267" y="2889000"/>
              <a:ext cx="1080000" cy="1080000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C3A4B27-5480-4F3B-8226-EDCB919AE680}"/>
                </a:ext>
              </a:extLst>
            </p:cNvPr>
            <p:cNvSpPr txBox="1"/>
            <p:nvPr/>
          </p:nvSpPr>
          <p:spPr>
            <a:xfrm>
              <a:off x="7878184" y="4121777"/>
              <a:ext cx="2480166" cy="376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Conhecimento em programação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59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Introdução ao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Programação Orientada a Objetos (POO) –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Linguagem de Modelagem Unificada (UML)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Spring Boot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13902-D98E-4A38-8D03-078D38C6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da aulas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E4B6693-5D97-415A-9FC8-D1013149D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346526"/>
              </p:ext>
            </p:extLst>
          </p:nvPr>
        </p:nvGraphicFramePr>
        <p:xfrm>
          <a:off x="2539933" y="1879600"/>
          <a:ext cx="7112134" cy="4484688"/>
        </p:xfrm>
        <a:graphic>
          <a:graphicData uri="http://schemas.openxmlformats.org/drawingml/2006/table">
            <a:tbl>
              <a:tblPr/>
              <a:tblGrid>
                <a:gridCol w="177873">
                  <a:extLst>
                    <a:ext uri="{9D8B030D-6E8A-4147-A177-3AD203B41FA5}">
                      <a16:colId xmlns:a16="http://schemas.microsoft.com/office/drawing/2014/main" val="329049289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3519251356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2521019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512806789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99798267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2407429979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172346736"/>
                    </a:ext>
                  </a:extLst>
                </a:gridCol>
                <a:gridCol w="625334">
                  <a:extLst>
                    <a:ext uri="{9D8B030D-6E8A-4147-A177-3AD203B41FA5}">
                      <a16:colId xmlns:a16="http://schemas.microsoft.com/office/drawing/2014/main" val="4050517828"/>
                    </a:ext>
                  </a:extLst>
                </a:gridCol>
                <a:gridCol w="744842">
                  <a:extLst>
                    <a:ext uri="{9D8B030D-6E8A-4147-A177-3AD203B41FA5}">
                      <a16:colId xmlns:a16="http://schemas.microsoft.com/office/drawing/2014/main" val="333136430"/>
                    </a:ext>
                  </a:extLst>
                </a:gridCol>
                <a:gridCol w="2612506">
                  <a:extLst>
                    <a:ext uri="{9D8B030D-6E8A-4147-A177-3AD203B41FA5}">
                      <a16:colId xmlns:a16="http://schemas.microsoft.com/office/drawing/2014/main" val="2060716884"/>
                    </a:ext>
                  </a:extLst>
                </a:gridCol>
                <a:gridCol w="625334">
                  <a:extLst>
                    <a:ext uri="{9D8B030D-6E8A-4147-A177-3AD203B41FA5}">
                      <a16:colId xmlns:a16="http://schemas.microsoft.com/office/drawing/2014/main" val="321028985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3272416869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2594725989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2311267336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1428355610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2381759437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1464964934"/>
                    </a:ext>
                  </a:extLst>
                </a:gridCol>
                <a:gridCol w="177873">
                  <a:extLst>
                    <a:ext uri="{9D8B030D-6E8A-4147-A177-3AD203B41FA5}">
                      <a16:colId xmlns:a16="http://schemas.microsoft.com/office/drawing/2014/main" val="2714356661"/>
                    </a:ext>
                  </a:extLst>
                </a:gridCol>
              </a:tblGrid>
              <a:tr h="186862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JULHO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OUTUBRO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92694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 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532480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05/08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01 - Apresentação do Curso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05299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02 - Introdução ao POO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16185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19/08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03 - Métodos em POO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906795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26/08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04 - Encapsulamento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446842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02/09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05 - Arrays 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17643"/>
                  </a:ext>
                </a:extLst>
              </a:tr>
              <a:tr h="186862"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09/09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06 - Enumerações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75928"/>
                  </a:ext>
                </a:extLst>
              </a:tr>
              <a:tr h="186862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AGOSTO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16/09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07 - Herança e Polimorfismo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NOVEMBRO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982121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23/09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08 - Introdução ao Spring Boot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072028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30/09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09 - Spring Boot - Cadastro de Pagamento - POST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031947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07/10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10 - Front-end - Cadastro de Pagamento - POST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037207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Feriado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11105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21/10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11 - Spring Boot - Listagem de Pagamento - GET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21441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28/10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12 - Front-end - Listagem de Pagamento - GET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38541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13 - Spring Boot - Atualizar Pagamento - PUT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669710"/>
                  </a:ext>
                </a:extLst>
              </a:tr>
              <a:tr h="186862"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11/11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14 - Front-end - Atualizar Pagamento - PUT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673848"/>
                  </a:ext>
                </a:extLst>
              </a:tr>
              <a:tr h="186862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SETEMBRO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18/11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Feriado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DEZEMBRO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11725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25/11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Prova 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197718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02/12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Vista da Prova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14303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09/12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Prova de Recuperação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35753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16/12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Vista da Recuperação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256778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609439"/>
                  </a:ext>
                </a:extLst>
              </a:tr>
              <a:tr h="1868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48" marR="7748" marT="7748" marB="37191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48" marR="7748" marT="7748" marB="3719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908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56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indent="-342900" algn="just"/>
            <a:r>
              <a:rPr lang="pt-BR" b="1" dirty="0"/>
              <a:t>Portabilidade: </a:t>
            </a:r>
            <a:r>
              <a:rPr lang="pt-BR" dirty="0"/>
              <a:t>Com o uso do JRE e da JVM, um programa Java pode ser executado em diversos sistemas operacionais.</a:t>
            </a:r>
            <a:endParaRPr lang="pt-BR" b="1" dirty="0"/>
          </a:p>
          <a:p>
            <a:pPr marL="1028700" lvl="1" indent="-342900" algn="just"/>
            <a:r>
              <a:rPr lang="pt-BR" b="1" dirty="0"/>
              <a:t>Orientada a Objetos:</a:t>
            </a:r>
            <a:r>
              <a:rPr lang="pt-BR" dirty="0"/>
              <a:t> Baseada em conceitos como classes, herança e encapsulamento, promovendo modularidade e reutilização de código.</a:t>
            </a:r>
          </a:p>
          <a:p>
            <a:pPr marL="1028700" lvl="1" indent="-342900" algn="just"/>
            <a:r>
              <a:rPr lang="pt-BR" b="1" dirty="0"/>
              <a:t>Desempenho otimizado:</a:t>
            </a:r>
            <a:r>
              <a:rPr lang="pt-BR" dirty="0"/>
              <a:t> 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2656114"/>
            <a:ext cx="4772691" cy="36485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617B0-F78B-45BB-82A1-8BAEA107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A12ED28-37CA-4D4D-BBF5-AE43DE57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1011736"/>
          </a:xfrm>
        </p:spPr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/>
            <a:r>
              <a:rPr lang="pt-BR" b="1" dirty="0"/>
              <a:t>byte</a:t>
            </a:r>
            <a:r>
              <a:rPr lang="pt-BR" dirty="0"/>
              <a:t> dia = 20;</a:t>
            </a:r>
          </a:p>
          <a:p>
            <a:pPr marL="1028700" lvl="1" indent="-342900"/>
            <a:r>
              <a:rPr lang="pt-BR" b="1" dirty="0"/>
              <a:t>int</a:t>
            </a:r>
            <a:r>
              <a:rPr lang="pt-BR" dirty="0"/>
              <a:t> idade = 20;</a:t>
            </a:r>
          </a:p>
          <a:p>
            <a:pPr marL="1028700" lvl="1" indent="-342900"/>
            <a:r>
              <a:rPr lang="pt-BR" b="1" dirty="0"/>
              <a:t>short</a:t>
            </a:r>
            <a:r>
              <a:rPr lang="pt-BR" dirty="0"/>
              <a:t> ano = 2024;</a:t>
            </a:r>
          </a:p>
          <a:p>
            <a:pPr marL="1028700" lvl="1" indent="-342900"/>
            <a:r>
              <a:rPr lang="pt-BR" b="1" dirty="0" err="1"/>
              <a:t>long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/>
            <a:r>
              <a:rPr lang="pt-BR" b="1" dirty="0" err="1"/>
              <a:t>float</a:t>
            </a:r>
            <a:r>
              <a:rPr lang="pt-BR" dirty="0"/>
              <a:t> altura = 1.75f;</a:t>
            </a:r>
          </a:p>
          <a:p>
            <a:pPr marL="1028700" lvl="1" indent="-342900"/>
            <a:r>
              <a:rPr lang="pt-BR" b="1" dirty="0"/>
              <a:t>double</a:t>
            </a:r>
            <a:r>
              <a:rPr lang="pt-BR" dirty="0"/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3892</Words>
  <Application>Microsoft Office PowerPoint</Application>
  <PresentationFormat>Widescreen</PresentationFormat>
  <Paragraphs>687</Paragraphs>
  <Slides>66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2" baseType="lpstr">
      <vt:lpstr>Arial</vt:lpstr>
      <vt:lpstr>Calibri</vt:lpstr>
      <vt:lpstr>Calibri Light</vt:lpstr>
      <vt:lpstr>Tahoma</vt:lpstr>
      <vt:lpstr>Times New Roman</vt:lpstr>
      <vt:lpstr>Tema do Office</vt:lpstr>
      <vt:lpstr>PROJETOS DE SOFTWARE</vt:lpstr>
      <vt:lpstr>Formação Acadêmica e Experiência Profissional</vt:lpstr>
      <vt:lpstr>Apresentação Pessoal - Alunos</vt:lpstr>
      <vt:lpstr>Programação do Curso</vt:lpstr>
      <vt:lpstr>Planejamento da aulas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57</cp:revision>
  <dcterms:created xsi:type="dcterms:W3CDTF">2024-03-08T12:14:33Z</dcterms:created>
  <dcterms:modified xsi:type="dcterms:W3CDTF">2025-08-04T11:49:42Z</dcterms:modified>
</cp:coreProperties>
</file>