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5" d="100"/>
          <a:sy n="95" d="100"/>
        </p:scale>
        <p:origin x="20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6660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95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Programação Estruturada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Professor Especialista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Contextualização do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C449FD-0CCF-46E0-B734-7980847A4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dirty="0"/>
              <a:t>Ao longo do semestre, será desenvolvido um </a:t>
            </a:r>
            <a:r>
              <a:rPr lang="pt-BR" sz="1800" b="1" dirty="0"/>
              <a:t>sistema de pedidos para uma lanchonete</a:t>
            </a:r>
            <a:r>
              <a:rPr lang="pt-BR" sz="1800" dirty="0"/>
              <a:t>, iniciando com uma solução simples em Java e evoluindo gradualmente até uma </a:t>
            </a:r>
            <a:r>
              <a:rPr lang="pt-BR" sz="1800" b="1" dirty="0"/>
              <a:t>API REST </a:t>
            </a:r>
            <a:r>
              <a:rPr lang="pt-BR" sz="1800" dirty="0"/>
              <a:t>utilizando Spring Boot, aproximando o aluno de um cenário real de mercado.</a:t>
            </a:r>
          </a:p>
          <a:p>
            <a:endParaRPr lang="pt-BR" sz="1800" dirty="0"/>
          </a:p>
          <a:p>
            <a:r>
              <a:rPr lang="pt-BR" sz="1800" dirty="0"/>
              <a:t>Nesta primeira etapa, </a:t>
            </a:r>
            <a:r>
              <a:rPr lang="pt-BR" sz="1800" b="1" dirty="0"/>
              <a:t>não será utilizada Programação Orientada a Objetos</a:t>
            </a:r>
            <a:r>
              <a:rPr lang="pt-BR" sz="1800" dirty="0"/>
              <a:t>. O foco da aula está na </a:t>
            </a:r>
            <a:r>
              <a:rPr lang="pt-BR" sz="1800" b="1" dirty="0"/>
              <a:t>revisão da lógica de programação</a:t>
            </a:r>
            <a:r>
              <a:rPr lang="pt-BR" sz="1800" dirty="0"/>
              <a:t>, no </a:t>
            </a:r>
            <a:r>
              <a:rPr lang="pt-BR" sz="1800" b="1" dirty="0"/>
              <a:t>entendimento do fluxo do sistema</a:t>
            </a:r>
            <a:r>
              <a:rPr lang="pt-BR" sz="1800" dirty="0"/>
              <a:t> e na </a:t>
            </a:r>
            <a:r>
              <a:rPr lang="pt-BR" sz="1800" b="1" dirty="0"/>
              <a:t>organização do código</a:t>
            </a:r>
            <a:r>
              <a:rPr lang="pt-BR" sz="1800" dirty="0"/>
              <a:t>, utilizando programação estruturada.</a:t>
            </a:r>
          </a:p>
          <a:p>
            <a:endParaRPr lang="pt-BR" sz="1800" dirty="0"/>
          </a:p>
          <a:p>
            <a:r>
              <a:rPr lang="pt-BR" sz="1800" dirty="0"/>
              <a:t>Essa abordagem tem como objetivo </a:t>
            </a:r>
            <a:r>
              <a:rPr lang="pt-BR" sz="1800" b="1" dirty="0"/>
              <a:t>alinhar o nível da turma</a:t>
            </a:r>
            <a:r>
              <a:rPr lang="pt-BR" sz="1800" dirty="0"/>
              <a:t>, fortalecer a base de programação e preparar os alunos para a evolução do projeto nas próximas aulas.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754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BCF5EF-7973-8892-6BD0-45872B652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Problematização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032ADE-0A64-D615-41B2-301FFDFFD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dirty="0"/>
              <a:t>Uma lanchonete de bairro precisa organizar seus pedidos de forma mais eficiente.</a:t>
            </a:r>
            <a:br>
              <a:rPr lang="pt-BR" sz="1800" dirty="0"/>
            </a:br>
            <a:r>
              <a:rPr lang="pt-BR" sz="1800" dirty="0"/>
              <a:t>Atualmente, o controle é feito de maneira manual, o que gera erros e retrabalho.</a:t>
            </a:r>
          </a:p>
          <a:p>
            <a:r>
              <a:rPr lang="pt-BR" sz="1800" dirty="0"/>
              <a:t>O sistema precisa permitir: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Cadastro de lanches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Criação de pedidos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Cálculo do valor total dos pedidos</a:t>
            </a:r>
          </a:p>
          <a:p>
            <a:r>
              <a:rPr lang="pt-BR" sz="1800" dirty="0"/>
              <a:t>Antes de pensar em banco de dados ou programação orientada a objetos, surge a seguinte reflexão para a turma: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45590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841B38-0532-A4C8-A4D3-3BC0780AF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Começando o desafio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DE76C4-A303-5F20-653B-13FCB9AE6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Criação </a:t>
            </a:r>
            <a:r>
              <a:rPr lang="pt-BR"/>
              <a:t>dos Lanches</a:t>
            </a:r>
          </a:p>
        </p:txBody>
      </p:sp>
    </p:spTree>
    <p:extLst>
      <p:ext uri="{BB962C8B-B14F-4D97-AF65-F5344CB8AC3E}">
        <p14:creationId xmlns:p14="http://schemas.microsoft.com/office/powerpoint/2010/main" val="32713894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Words>197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7" baseType="lpstr">
      <vt:lpstr>Arial</vt:lpstr>
      <vt:lpstr>Times New Roman</vt:lpstr>
      <vt:lpstr>Tema do Office</vt:lpstr>
      <vt:lpstr>Programação Estruturada</vt:lpstr>
      <vt:lpstr>Contextualização do Projeto</vt:lpstr>
      <vt:lpstr>Problematização</vt:lpstr>
      <vt:lpstr>Começando o desafio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Miho</cp:lastModifiedBy>
  <cp:revision>11</cp:revision>
  <dcterms:created xsi:type="dcterms:W3CDTF">2024-03-08T12:14:33Z</dcterms:created>
  <dcterms:modified xsi:type="dcterms:W3CDTF">2026-02-05T00:51:31Z</dcterms:modified>
</cp:coreProperties>
</file>