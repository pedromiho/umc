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4"/>
  </p:sldMasterIdLst>
  <p:notesMasterIdLst>
    <p:notesMasterId r:id="rId8"/>
  </p:notesMasterIdLst>
  <p:handoutMasterIdLst>
    <p:handoutMasterId r:id="rId9"/>
  </p:handoutMasterIdLst>
  <p:sldIdLst>
    <p:sldId id="256" r:id="rId5"/>
    <p:sldId id="257" r:id="rId6"/>
    <p:sldId id="258" r:id="rId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A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69" d="100"/>
          <a:sy n="69" d="100"/>
        </p:scale>
        <p:origin x="780" y="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85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dro Henrique Miho de Souza" userId="S::pedrosouza@umc.br::3bc82412-f670-4b53-8c7d-8094f7642ee2" providerId="AD" clId="Web-{1236DFDE-05E3-2B6B-CF4B-F06BF9EBA303}"/>
    <pc:docChg chg="modSld">
      <pc:chgData name="Pedro Henrique Miho de Souza" userId="S::pedrosouza@umc.br::3bc82412-f670-4b53-8c7d-8094f7642ee2" providerId="AD" clId="Web-{1236DFDE-05E3-2B6B-CF4B-F06BF9EBA303}" dt="2026-02-10T11:21:01.316" v="3" actId="20577"/>
      <pc:docMkLst>
        <pc:docMk/>
      </pc:docMkLst>
      <pc:sldChg chg="modSp">
        <pc:chgData name="Pedro Henrique Miho de Souza" userId="S::pedrosouza@umc.br::3bc82412-f670-4b53-8c7d-8094f7642ee2" providerId="AD" clId="Web-{1236DFDE-05E3-2B6B-CF4B-F06BF9EBA303}" dt="2026-02-10T11:21:01.316" v="3" actId="20577"/>
        <pc:sldMkLst>
          <pc:docMk/>
          <pc:sldMk cId="4046982407" sldId="256"/>
        </pc:sldMkLst>
        <pc:spChg chg="mod">
          <ac:chgData name="Pedro Henrique Miho de Souza" userId="S::pedrosouza@umc.br::3bc82412-f670-4b53-8c7d-8094f7642ee2" providerId="AD" clId="Web-{1236DFDE-05E3-2B6B-CF4B-F06BF9EBA303}" dt="2026-02-10T11:20:54.940" v="2" actId="20577"/>
          <ac:spMkLst>
            <pc:docMk/>
            <pc:sldMk cId="4046982407" sldId="256"/>
            <ac:spMk id="2" creationId="{9B3B5C3A-A09A-4259-AF3D-EF5302F61C54}"/>
          </ac:spMkLst>
        </pc:spChg>
        <pc:spChg chg="mod">
          <ac:chgData name="Pedro Henrique Miho de Souza" userId="S::pedrosouza@umc.br::3bc82412-f670-4b53-8c7d-8094f7642ee2" providerId="AD" clId="Web-{1236DFDE-05E3-2B6B-CF4B-F06BF9EBA303}" dt="2026-02-10T11:21:01.316" v="3" actId="20577"/>
          <ac:spMkLst>
            <pc:docMk/>
            <pc:sldMk cId="4046982407" sldId="256"/>
            <ac:spMk id="3" creationId="{C4FF2C9F-673D-46AD-83CF-B874F96C37E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C4EE8F0D-4C39-45F8-A86B-93ED1F9D17B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AF67F67-5D71-4F4C-B62B-A94D0A480B6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28648D-752F-4D9E-8EC2-61293C3E9BC7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4A044854-0830-44C0-9D0A-E43EA97F778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798EFAA-FD92-4E85-A429-F363379A131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548D3A-3BA1-4F54-81A1-A8158414A3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23404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8C82C2-29AC-436A-BE1C-15EF34E1D3DC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B5CAF-5B6F-425A-AE44-DCAC1E915D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75481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lnSpc>
                <a:spcPct val="150000"/>
              </a:lnSpc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50000"/>
              </a:lnSpc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50000"/>
              </a:lnSpc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50000"/>
              </a:lnSpc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537CFC-895E-42D9-B850-249E3AA64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E2EF1D-1141-40D7-BDED-690939FB81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8ECF165-5788-48F8-B64E-CAD147B1C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8013D5-4B61-49F1-B604-8019D708D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F29988-C070-4222-8D96-E36CF17E1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9EF455-B40C-43F1-B648-F6F57DD2C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70ACE-9666-4656-BDDD-596392FA7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87CECA-FA2C-4E5F-A052-5D5CBF0F7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DB2585-BC56-4839-AEEF-1B75486F2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8134"/>
            <a:ext cx="9392728" cy="491707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9D1A810-2C5E-49EA-AAFC-FDC1AA5F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5287" y="1825624"/>
            <a:ext cx="10981426" cy="461830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3866602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EDB59BB-5636-42CF-B124-FAF3D7953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3875309-BF17-4BAA-9583-FFA5CD625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54D6C19-C741-47D2-A6CB-2906DBB982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AC129DE-944E-4128-9F49-76B5C1F4F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0892AE-B301-431E-9D8C-F0BDAF576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9552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30731"/>
            <a:ext cx="9144000" cy="1776069"/>
          </a:xfrm>
        </p:spPr>
        <p:txBody>
          <a:bodyPr lIns="91440" tIns="45720" rIns="91440" bIns="45720" anchor="b"/>
          <a:lstStyle/>
          <a:p>
            <a:r>
              <a:rPr lang="pt-BR" sz="4400" dirty="0">
                <a:latin typeface="Times New Roman"/>
                <a:cs typeface="Times New Roman"/>
              </a:rPr>
              <a:t>Spring Boot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27565"/>
            <a:ext cx="9144000" cy="1277503"/>
          </a:xfrm>
        </p:spPr>
        <p:txBody>
          <a:bodyPr lIns="91440" tIns="45720" rIns="91440" bIns="45720" anchor="t"/>
          <a:lstStyle/>
          <a:p>
            <a:r>
              <a:rPr lang="pt-BR" dirty="0">
                <a:latin typeface="Times New Roman"/>
                <a:cs typeface="Times New Roman"/>
              </a:rPr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BEBAF5-3C46-17B8-5CA7-B64921085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Spring Boot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3D08E67-6549-6291-F288-017058B5BD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2186998"/>
          </a:xfrm>
        </p:spPr>
        <p:txBody>
          <a:bodyPr/>
          <a:lstStyle/>
          <a:p>
            <a:pPr algn="just"/>
            <a:r>
              <a:rPr lang="pt-BR" dirty="0"/>
              <a:t>O </a:t>
            </a:r>
            <a:r>
              <a:rPr lang="pt-BR" b="1" dirty="0"/>
              <a:t>Spring Boot</a:t>
            </a:r>
            <a:r>
              <a:rPr lang="pt-BR" dirty="0"/>
              <a:t> é um framework do ecossistema Java criado para simplificar o desenvolvimento de aplicações, principalmente aplicações web e APIs.</a:t>
            </a:r>
          </a:p>
          <a:p>
            <a:pPr algn="just"/>
            <a:r>
              <a:rPr lang="pt-BR" dirty="0"/>
              <a:t>De forma direta, ele permite que você crie sistemas robustos </a:t>
            </a:r>
            <a:r>
              <a:rPr lang="pt-BR" b="1" dirty="0"/>
              <a:t>com muito menos configuração e esforço</a:t>
            </a:r>
            <a:r>
              <a:rPr lang="pt-BR" dirty="0"/>
              <a:t> do que era necessário anteriormente no desenvolvimento Java tradicional.</a:t>
            </a:r>
          </a:p>
          <a:p>
            <a:endParaRPr lang="pt-BR" dirty="0"/>
          </a:p>
        </p:txBody>
      </p:sp>
      <p:pic>
        <p:nvPicPr>
          <p:cNvPr id="7" name="Imagem 6" descr="Logotipo, Ícone&#10;&#10;O conteúdo gerado por IA pode estar incorreto.">
            <a:extLst>
              <a:ext uri="{FF2B5EF4-FFF2-40B4-BE49-F238E27FC236}">
                <a16:creationId xmlns:a16="http://schemas.microsoft.com/office/drawing/2014/main" id="{3FC6E662-5D71-1A7A-17CC-20F9C54722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1333" y="4544150"/>
            <a:ext cx="1441126" cy="1440000"/>
          </a:xfrm>
          <a:prstGeom prst="rect">
            <a:avLst/>
          </a:prstGeom>
        </p:spPr>
      </p:pic>
      <p:pic>
        <p:nvPicPr>
          <p:cNvPr id="9" name="Imagem 8" descr="Ícone&#10;&#10;O conteúdo gerado por IA pode estar incorreto.">
            <a:extLst>
              <a:ext uri="{FF2B5EF4-FFF2-40B4-BE49-F238E27FC236}">
                <a16:creationId xmlns:a16="http://schemas.microsoft.com/office/drawing/2014/main" id="{C73EDDCB-E789-E2A6-AA42-34AE3995BD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9540" y="4544150"/>
            <a:ext cx="1602253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580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FB0425-1906-0C33-2A74-AA609C597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E3D7F21-4D0F-4D3F-956B-8BDA317B0B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623714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FC747262AEFF6E47A3CB051106D2382E" ma:contentTypeVersion="7" ma:contentTypeDescription="Crie um novo documento." ma:contentTypeScope="" ma:versionID="c252a372321bb20a146a92d630e83497">
  <xsd:schema xmlns:xsd="http://www.w3.org/2001/XMLSchema" xmlns:xs="http://www.w3.org/2001/XMLSchema" xmlns:p="http://schemas.microsoft.com/office/2006/metadata/properties" xmlns:ns2="adbca637-b409-402b-9852-6cf3890dd3c6" targetNamespace="http://schemas.microsoft.com/office/2006/metadata/properties" ma:root="true" ma:fieldsID="3e9113f952ce2a4df8b21a287312ae4d" ns2:_="">
    <xsd:import namespace="adbca637-b409-402b-9852-6cf3890dd3c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bca637-b409-402b-9852-6cf3890dd3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4AA641E-A36E-40C4-ABAC-AE8B4CD4DD79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23FF897-DC32-4170-B5D6-85E604CF920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dbca637-b409-402b-9852-6cf3890dd3c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BA82208-FFF8-4F32-9CA5-4822B26C310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589</TotalTime>
  <Words>60</Words>
  <Application>Microsoft Office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7" baseType="lpstr">
      <vt:lpstr>Arial</vt:lpstr>
      <vt:lpstr>Calibri</vt:lpstr>
      <vt:lpstr>Times New Roman</vt:lpstr>
      <vt:lpstr>Tema do Office</vt:lpstr>
      <vt:lpstr>Spring Boot </vt:lpstr>
      <vt:lpstr>Spring Boot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1205lab001</cp:lastModifiedBy>
  <cp:revision>80</cp:revision>
  <dcterms:created xsi:type="dcterms:W3CDTF">2024-03-08T12:14:33Z</dcterms:created>
  <dcterms:modified xsi:type="dcterms:W3CDTF">2026-04-28T13:58:48Z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0x010100FC747262AEFF6E47A3CB051106D2382E</vt:lpwstr>
  </property>
</Properties>
</file>