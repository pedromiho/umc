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8"/>
  </p:notesMasterIdLst>
  <p:handoutMasterIdLst>
    <p:handoutMasterId r:id="rId69"/>
  </p:handoutMasterIdLst>
  <p:sldIdLst>
    <p:sldId id="256" r:id="rId2"/>
    <p:sldId id="261" r:id="rId3"/>
    <p:sldId id="263" r:id="rId4"/>
    <p:sldId id="326" r:id="rId5"/>
    <p:sldId id="327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5" r:id="rId24"/>
    <p:sldId id="286" r:id="rId25"/>
    <p:sldId id="278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267" r:id="rId53"/>
    <p:sldId id="313" r:id="rId54"/>
    <p:sldId id="314" r:id="rId55"/>
    <p:sldId id="27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3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sz="4000" dirty="0"/>
              <a:t>PROJETOS DE SOFTWARE E SEGURANÇA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b="1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Fundamentos de POO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Modelagem com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Implementação do sistema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Transformação do sistema em API REST com 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banco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Boas práticas e organização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Primeiro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sobre ISO 27001 E ISO 27002 – 15/04 e 17/04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Para saber os temas para a apresentação,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22/04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 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0,6+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𝐴𝑝𝑟𝑒𝑠𝑒𝑛𝑡𝑎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0,4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46275"/>
                <a:ext cx="11007306" cy="4217458"/>
              </a:xfrm>
              <a:blipFill>
                <a:blip r:embed="rId3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Segundo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do Projeto Final – 10/06 e 12/06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 apresentação deve ser em formato </a:t>
                </a:r>
                <a:r>
                  <a:rPr lang="pt-BR" sz="1800" dirty="0" err="1"/>
                  <a:t>pitch</a:t>
                </a:r>
                <a:r>
                  <a:rPr lang="pt-BR" sz="1800" dirty="0"/>
                  <a:t>, clique </a:t>
                </a:r>
                <a:r>
                  <a:rPr lang="pt-BR" sz="1800" dirty="0">
                    <a:hlinkClick r:id="rId2"/>
                  </a:rPr>
                  <a:t>aqui</a:t>
                </a:r>
                <a:endParaRPr lang="pt-BR" sz="1800" dirty="0"/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17/06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𝑃𝑟𝑜𝑗𝑒𝑡𝑜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 0,5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  <a:blipFill>
                <a:blip r:embed="rId3"/>
                <a:stretch>
                  <a:fillRect l="-554" b="-10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6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</TotalTime>
  <Words>3612</Words>
  <Application>Microsoft Office PowerPoint</Application>
  <PresentationFormat>Widescreen</PresentationFormat>
  <Paragraphs>424</Paragraphs>
  <Slides>66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Tahoma</vt:lpstr>
      <vt:lpstr>Times New Roman</vt:lpstr>
      <vt:lpstr>Tema do Office</vt:lpstr>
      <vt:lpstr>PROJETOS DE SOFTWARE E SEGURANÇA DA INFORMAÇÃO</vt:lpstr>
      <vt:lpstr>Formação Acadêmica e Experiência Profissional</vt:lpstr>
      <vt:lpstr>Programação do Curso</vt:lpstr>
      <vt:lpstr>Métodos de Avaliação</vt:lpstr>
      <vt:lpstr>Métodos de Avaliação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69</cp:revision>
  <dcterms:created xsi:type="dcterms:W3CDTF">2024-03-08T12:14:33Z</dcterms:created>
  <dcterms:modified xsi:type="dcterms:W3CDTF">2026-02-09T20:00:48Z</dcterms:modified>
</cp:coreProperties>
</file>