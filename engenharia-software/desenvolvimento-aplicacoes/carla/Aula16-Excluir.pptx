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0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0415" y="418541"/>
            <a:ext cx="245999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61290" cy="6858000"/>
          </a:xfrm>
          <a:custGeom>
            <a:avLst/>
            <a:gdLst/>
            <a:ahLst/>
            <a:cxnLst/>
            <a:rect l="l" t="t" r="r" b="b"/>
            <a:pathLst>
              <a:path w="161290" h="6858000">
                <a:moveTo>
                  <a:pt x="161112" y="0"/>
                </a:moveTo>
                <a:lnTo>
                  <a:pt x="0" y="0"/>
                </a:lnTo>
                <a:lnTo>
                  <a:pt x="0" y="6858000"/>
                </a:lnTo>
                <a:lnTo>
                  <a:pt x="161112" y="6858000"/>
                </a:lnTo>
                <a:lnTo>
                  <a:pt x="161112" y="0"/>
                </a:lnTo>
                <a:close/>
              </a:path>
            </a:pathLst>
          </a:custGeom>
          <a:solidFill>
            <a:srgbClr val="08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10134" y="0"/>
            <a:ext cx="54610" cy="6858000"/>
          </a:xfrm>
          <a:custGeom>
            <a:avLst/>
            <a:gdLst/>
            <a:ahLst/>
            <a:cxnLst/>
            <a:rect l="l" t="t" r="r" b="b"/>
            <a:pathLst>
              <a:path w="54610" h="6858000">
                <a:moveTo>
                  <a:pt x="54339" y="0"/>
                </a:moveTo>
                <a:lnTo>
                  <a:pt x="0" y="0"/>
                </a:lnTo>
                <a:lnTo>
                  <a:pt x="0" y="6857999"/>
                </a:lnTo>
                <a:lnTo>
                  <a:pt x="54339" y="6858000"/>
                </a:lnTo>
                <a:lnTo>
                  <a:pt x="5433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98906" y="5930593"/>
            <a:ext cx="611399" cy="75566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396535" y="55498"/>
            <a:ext cx="604837" cy="60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0415" y="116789"/>
            <a:ext cx="8243570" cy="130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1212" y="1582953"/>
            <a:ext cx="8155305" cy="271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12192038" cy="68580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06195" y="2688793"/>
            <a:ext cx="4411345" cy="12141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660"/>
              </a:spcBef>
            </a:pPr>
            <a:r>
              <a:rPr sz="4100" spc="90" dirty="0">
                <a:solidFill>
                  <a:srgbClr val="FFFFFF"/>
                </a:solidFill>
              </a:rPr>
              <a:t>Desenvolvimento </a:t>
            </a:r>
            <a:r>
              <a:rPr sz="4100" spc="165" dirty="0">
                <a:solidFill>
                  <a:srgbClr val="FFFFFF"/>
                </a:solidFill>
              </a:rPr>
              <a:t>de</a:t>
            </a:r>
            <a:r>
              <a:rPr sz="4100" spc="-254" dirty="0">
                <a:solidFill>
                  <a:srgbClr val="FFFFFF"/>
                </a:solidFill>
              </a:rPr>
              <a:t> </a:t>
            </a:r>
            <a:r>
              <a:rPr sz="4100" spc="110" dirty="0">
                <a:solidFill>
                  <a:srgbClr val="FFFFFF"/>
                </a:solidFill>
              </a:rPr>
              <a:t>Aplicações</a:t>
            </a:r>
            <a:endParaRPr sz="4100"/>
          </a:p>
        </p:txBody>
      </p:sp>
      <p:sp>
        <p:nvSpPr>
          <p:cNvPr id="4" name="object 4"/>
          <p:cNvSpPr txBox="1"/>
          <p:nvPr/>
        </p:nvSpPr>
        <p:spPr>
          <a:xfrm>
            <a:off x="1206195" y="4741240"/>
            <a:ext cx="3459479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Prof.ª</a:t>
            </a:r>
            <a:r>
              <a:rPr sz="24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Esp.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Carla</a:t>
            </a:r>
            <a:r>
              <a:rPr sz="24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Fabiane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735"/>
              </a:lnSpc>
            </a:pP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Calixto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90640" y="1062482"/>
            <a:ext cx="4756150" cy="4756785"/>
            <a:chOff x="6390640" y="1062482"/>
            <a:chExt cx="4756150" cy="4756785"/>
          </a:xfrm>
        </p:grpSpPr>
        <p:sp>
          <p:nvSpPr>
            <p:cNvPr id="6" name="object 6"/>
            <p:cNvSpPr/>
            <p:nvPr/>
          </p:nvSpPr>
          <p:spPr>
            <a:xfrm>
              <a:off x="6390640" y="1062482"/>
              <a:ext cx="4756150" cy="4756785"/>
            </a:xfrm>
            <a:custGeom>
              <a:avLst/>
              <a:gdLst/>
              <a:ahLst/>
              <a:cxnLst/>
              <a:rect l="l" t="t" r="r" b="b"/>
              <a:pathLst>
                <a:path w="4756150" h="4756785">
                  <a:moveTo>
                    <a:pt x="2378075" y="0"/>
                  </a:moveTo>
                  <a:lnTo>
                    <a:pt x="2329544" y="485"/>
                  </a:lnTo>
                  <a:lnTo>
                    <a:pt x="2281250" y="1935"/>
                  </a:lnTo>
                  <a:lnTo>
                    <a:pt x="2233203" y="4340"/>
                  </a:lnTo>
                  <a:lnTo>
                    <a:pt x="2185410" y="7691"/>
                  </a:lnTo>
                  <a:lnTo>
                    <a:pt x="2137882" y="11979"/>
                  </a:lnTo>
                  <a:lnTo>
                    <a:pt x="2090627" y="17195"/>
                  </a:lnTo>
                  <a:lnTo>
                    <a:pt x="2043655" y="23329"/>
                  </a:lnTo>
                  <a:lnTo>
                    <a:pt x="1996976" y="30372"/>
                  </a:lnTo>
                  <a:lnTo>
                    <a:pt x="1950597" y="38316"/>
                  </a:lnTo>
                  <a:lnTo>
                    <a:pt x="1904529" y="47150"/>
                  </a:lnTo>
                  <a:lnTo>
                    <a:pt x="1858780" y="56866"/>
                  </a:lnTo>
                  <a:lnTo>
                    <a:pt x="1813360" y="67454"/>
                  </a:lnTo>
                  <a:lnTo>
                    <a:pt x="1768279" y="78905"/>
                  </a:lnTo>
                  <a:lnTo>
                    <a:pt x="1723544" y="91211"/>
                  </a:lnTo>
                  <a:lnTo>
                    <a:pt x="1679166" y="104361"/>
                  </a:lnTo>
                  <a:lnTo>
                    <a:pt x="1635154" y="118346"/>
                  </a:lnTo>
                  <a:lnTo>
                    <a:pt x="1591516" y="133158"/>
                  </a:lnTo>
                  <a:lnTo>
                    <a:pt x="1548263" y="148787"/>
                  </a:lnTo>
                  <a:lnTo>
                    <a:pt x="1505403" y="165224"/>
                  </a:lnTo>
                  <a:lnTo>
                    <a:pt x="1462946" y="182459"/>
                  </a:lnTo>
                  <a:lnTo>
                    <a:pt x="1420900" y="200484"/>
                  </a:lnTo>
                  <a:lnTo>
                    <a:pt x="1379275" y="219289"/>
                  </a:lnTo>
                  <a:lnTo>
                    <a:pt x="1338081" y="238866"/>
                  </a:lnTo>
                  <a:lnTo>
                    <a:pt x="1297325" y="259204"/>
                  </a:lnTo>
                  <a:lnTo>
                    <a:pt x="1257019" y="280294"/>
                  </a:lnTo>
                  <a:lnTo>
                    <a:pt x="1217170" y="302128"/>
                  </a:lnTo>
                  <a:lnTo>
                    <a:pt x="1177788" y="324696"/>
                  </a:lnTo>
                  <a:lnTo>
                    <a:pt x="1138882" y="347989"/>
                  </a:lnTo>
                  <a:lnTo>
                    <a:pt x="1100462" y="371998"/>
                  </a:lnTo>
                  <a:lnTo>
                    <a:pt x="1062537" y="396713"/>
                  </a:lnTo>
                  <a:lnTo>
                    <a:pt x="1025115" y="422126"/>
                  </a:lnTo>
                  <a:lnTo>
                    <a:pt x="988206" y="448227"/>
                  </a:lnTo>
                  <a:lnTo>
                    <a:pt x="951820" y="475006"/>
                  </a:lnTo>
                  <a:lnTo>
                    <a:pt x="915965" y="502456"/>
                  </a:lnTo>
                  <a:lnTo>
                    <a:pt x="880651" y="530565"/>
                  </a:lnTo>
                  <a:lnTo>
                    <a:pt x="845887" y="559326"/>
                  </a:lnTo>
                  <a:lnTo>
                    <a:pt x="811681" y="588729"/>
                  </a:lnTo>
                  <a:lnTo>
                    <a:pt x="778045" y="618765"/>
                  </a:lnTo>
                  <a:lnTo>
                    <a:pt x="744985" y="649425"/>
                  </a:lnTo>
                  <a:lnTo>
                    <a:pt x="712513" y="680698"/>
                  </a:lnTo>
                  <a:lnTo>
                    <a:pt x="680636" y="712577"/>
                  </a:lnTo>
                  <a:lnTo>
                    <a:pt x="649365" y="745052"/>
                  </a:lnTo>
                  <a:lnTo>
                    <a:pt x="618708" y="778114"/>
                  </a:lnTo>
                  <a:lnTo>
                    <a:pt x="588674" y="811753"/>
                  </a:lnTo>
                  <a:lnTo>
                    <a:pt x="559273" y="845961"/>
                  </a:lnTo>
                  <a:lnTo>
                    <a:pt x="530515" y="880727"/>
                  </a:lnTo>
                  <a:lnTo>
                    <a:pt x="502407" y="916044"/>
                  </a:lnTo>
                  <a:lnTo>
                    <a:pt x="474960" y="951901"/>
                  </a:lnTo>
                  <a:lnTo>
                    <a:pt x="448183" y="988290"/>
                  </a:lnTo>
                  <a:lnTo>
                    <a:pt x="422084" y="1025200"/>
                  </a:lnTo>
                  <a:lnTo>
                    <a:pt x="396674" y="1062624"/>
                  </a:lnTo>
                  <a:lnTo>
                    <a:pt x="371961" y="1100552"/>
                  </a:lnTo>
                  <a:lnTo>
                    <a:pt x="347954" y="1138974"/>
                  </a:lnTo>
                  <a:lnTo>
                    <a:pt x="324663" y="1177882"/>
                  </a:lnTo>
                  <a:lnTo>
                    <a:pt x="302097" y="1217266"/>
                  </a:lnTo>
                  <a:lnTo>
                    <a:pt x="280265" y="1257117"/>
                  </a:lnTo>
                  <a:lnTo>
                    <a:pt x="259177" y="1297426"/>
                  </a:lnTo>
                  <a:lnTo>
                    <a:pt x="238841" y="1338183"/>
                  </a:lnTo>
                  <a:lnTo>
                    <a:pt x="219266" y="1379379"/>
                  </a:lnTo>
                  <a:lnTo>
                    <a:pt x="200463" y="1421006"/>
                  </a:lnTo>
                  <a:lnTo>
                    <a:pt x="182440" y="1463053"/>
                  </a:lnTo>
                  <a:lnTo>
                    <a:pt x="165206" y="1505512"/>
                  </a:lnTo>
                  <a:lnTo>
                    <a:pt x="148771" y="1548374"/>
                  </a:lnTo>
                  <a:lnTo>
                    <a:pt x="133144" y="1591629"/>
                  </a:lnTo>
                  <a:lnTo>
                    <a:pt x="118333" y="1635268"/>
                  </a:lnTo>
                  <a:lnTo>
                    <a:pt x="104349" y="1679282"/>
                  </a:lnTo>
                  <a:lnTo>
                    <a:pt x="91201" y="1723661"/>
                  </a:lnTo>
                  <a:lnTo>
                    <a:pt x="78897" y="1768397"/>
                  </a:lnTo>
                  <a:lnTo>
                    <a:pt x="67447" y="1813480"/>
                  </a:lnTo>
                  <a:lnTo>
                    <a:pt x="56860" y="1858901"/>
                  </a:lnTo>
                  <a:lnTo>
                    <a:pt x="47145" y="1904650"/>
                  </a:lnTo>
                  <a:lnTo>
                    <a:pt x="38312" y="1950719"/>
                  </a:lnTo>
                  <a:lnTo>
                    <a:pt x="30369" y="1997099"/>
                  </a:lnTo>
                  <a:lnTo>
                    <a:pt x="23326" y="2043780"/>
                  </a:lnTo>
                  <a:lnTo>
                    <a:pt x="17193" y="2090752"/>
                  </a:lnTo>
                  <a:lnTo>
                    <a:pt x="11978" y="2138007"/>
                  </a:lnTo>
                  <a:lnTo>
                    <a:pt x="7690" y="2185536"/>
                  </a:lnTo>
                  <a:lnTo>
                    <a:pt x="4339" y="2233329"/>
                  </a:lnTo>
                  <a:lnTo>
                    <a:pt x="1934" y="2281377"/>
                  </a:lnTo>
                  <a:lnTo>
                    <a:pt x="485" y="2329671"/>
                  </a:lnTo>
                  <a:lnTo>
                    <a:pt x="0" y="2378202"/>
                  </a:lnTo>
                  <a:lnTo>
                    <a:pt x="485" y="2426727"/>
                  </a:lnTo>
                  <a:lnTo>
                    <a:pt x="1934" y="2475017"/>
                  </a:lnTo>
                  <a:lnTo>
                    <a:pt x="4339" y="2523060"/>
                  </a:lnTo>
                  <a:lnTo>
                    <a:pt x="7690" y="2570849"/>
                  </a:lnTo>
                  <a:lnTo>
                    <a:pt x="11978" y="2618373"/>
                  </a:lnTo>
                  <a:lnTo>
                    <a:pt x="17193" y="2665624"/>
                  </a:lnTo>
                  <a:lnTo>
                    <a:pt x="23326" y="2712592"/>
                  </a:lnTo>
                  <a:lnTo>
                    <a:pt x="30369" y="2759269"/>
                  </a:lnTo>
                  <a:lnTo>
                    <a:pt x="38312" y="2805644"/>
                  </a:lnTo>
                  <a:lnTo>
                    <a:pt x="47145" y="2851709"/>
                  </a:lnTo>
                  <a:lnTo>
                    <a:pt x="56860" y="2897455"/>
                  </a:lnTo>
                  <a:lnTo>
                    <a:pt x="67447" y="2942872"/>
                  </a:lnTo>
                  <a:lnTo>
                    <a:pt x="78897" y="2987951"/>
                  </a:lnTo>
                  <a:lnTo>
                    <a:pt x="91201" y="3032683"/>
                  </a:lnTo>
                  <a:lnTo>
                    <a:pt x="104349" y="3077058"/>
                  </a:lnTo>
                  <a:lnTo>
                    <a:pt x="118333" y="3121069"/>
                  </a:lnTo>
                  <a:lnTo>
                    <a:pt x="133144" y="3164704"/>
                  </a:lnTo>
                  <a:lnTo>
                    <a:pt x="148771" y="3207955"/>
                  </a:lnTo>
                  <a:lnTo>
                    <a:pt x="165206" y="3250813"/>
                  </a:lnTo>
                  <a:lnTo>
                    <a:pt x="182440" y="3293269"/>
                  </a:lnTo>
                  <a:lnTo>
                    <a:pt x="200463" y="3335313"/>
                  </a:lnTo>
                  <a:lnTo>
                    <a:pt x="219266" y="3376937"/>
                  </a:lnTo>
                  <a:lnTo>
                    <a:pt x="238841" y="3418130"/>
                  </a:lnTo>
                  <a:lnTo>
                    <a:pt x="259177" y="3458884"/>
                  </a:lnTo>
                  <a:lnTo>
                    <a:pt x="280265" y="3499189"/>
                  </a:lnTo>
                  <a:lnTo>
                    <a:pt x="302097" y="3539037"/>
                  </a:lnTo>
                  <a:lnTo>
                    <a:pt x="324663" y="3578418"/>
                  </a:lnTo>
                  <a:lnTo>
                    <a:pt x="347954" y="3617323"/>
                  </a:lnTo>
                  <a:lnTo>
                    <a:pt x="371961" y="3655743"/>
                  </a:lnTo>
                  <a:lnTo>
                    <a:pt x="396674" y="3693668"/>
                  </a:lnTo>
                  <a:lnTo>
                    <a:pt x="422084" y="3731089"/>
                  </a:lnTo>
                  <a:lnTo>
                    <a:pt x="448183" y="3767997"/>
                  </a:lnTo>
                  <a:lnTo>
                    <a:pt x="474960" y="3804383"/>
                  </a:lnTo>
                  <a:lnTo>
                    <a:pt x="502407" y="3840238"/>
                  </a:lnTo>
                  <a:lnTo>
                    <a:pt x="530515" y="3875552"/>
                  </a:lnTo>
                  <a:lnTo>
                    <a:pt x="559273" y="3910316"/>
                  </a:lnTo>
                  <a:lnTo>
                    <a:pt x="588674" y="3944521"/>
                  </a:lnTo>
                  <a:lnTo>
                    <a:pt x="618708" y="3978158"/>
                  </a:lnTo>
                  <a:lnTo>
                    <a:pt x="649365" y="4011217"/>
                  </a:lnTo>
                  <a:lnTo>
                    <a:pt x="680636" y="4043690"/>
                  </a:lnTo>
                  <a:lnTo>
                    <a:pt x="712513" y="4075567"/>
                  </a:lnTo>
                  <a:lnTo>
                    <a:pt x="744985" y="4106839"/>
                  </a:lnTo>
                  <a:lnTo>
                    <a:pt x="778045" y="4137496"/>
                  </a:lnTo>
                  <a:lnTo>
                    <a:pt x="811681" y="4167530"/>
                  </a:lnTo>
                  <a:lnTo>
                    <a:pt x="845887" y="4196931"/>
                  </a:lnTo>
                  <a:lnTo>
                    <a:pt x="880651" y="4225690"/>
                  </a:lnTo>
                  <a:lnTo>
                    <a:pt x="915965" y="4253798"/>
                  </a:lnTo>
                  <a:lnTo>
                    <a:pt x="951820" y="4281246"/>
                  </a:lnTo>
                  <a:lnTo>
                    <a:pt x="988206" y="4308024"/>
                  </a:lnTo>
                  <a:lnTo>
                    <a:pt x="1025115" y="4334123"/>
                  </a:lnTo>
                  <a:lnTo>
                    <a:pt x="1062537" y="4359534"/>
                  </a:lnTo>
                  <a:lnTo>
                    <a:pt x="1100462" y="4384248"/>
                  </a:lnTo>
                  <a:lnTo>
                    <a:pt x="1138882" y="4408255"/>
                  </a:lnTo>
                  <a:lnTo>
                    <a:pt x="1177788" y="4431547"/>
                  </a:lnTo>
                  <a:lnTo>
                    <a:pt x="1217170" y="4454114"/>
                  </a:lnTo>
                  <a:lnTo>
                    <a:pt x="1257019" y="4475946"/>
                  </a:lnTo>
                  <a:lnTo>
                    <a:pt x="1297325" y="4497036"/>
                  </a:lnTo>
                  <a:lnTo>
                    <a:pt x="1338081" y="4517373"/>
                  </a:lnTo>
                  <a:lnTo>
                    <a:pt x="1379275" y="4536948"/>
                  </a:lnTo>
                  <a:lnTo>
                    <a:pt x="1420900" y="4555752"/>
                  </a:lnTo>
                  <a:lnTo>
                    <a:pt x="1462946" y="4573776"/>
                  </a:lnTo>
                  <a:lnTo>
                    <a:pt x="1505403" y="4591010"/>
                  </a:lnTo>
                  <a:lnTo>
                    <a:pt x="1548263" y="4607446"/>
                  </a:lnTo>
                  <a:lnTo>
                    <a:pt x="1591516" y="4623074"/>
                  </a:lnTo>
                  <a:lnTo>
                    <a:pt x="1635154" y="4637885"/>
                  </a:lnTo>
                  <a:lnTo>
                    <a:pt x="1679166" y="4651870"/>
                  </a:lnTo>
                  <a:lnTo>
                    <a:pt x="1723544" y="4665019"/>
                  </a:lnTo>
                  <a:lnTo>
                    <a:pt x="1768279" y="4677324"/>
                  </a:lnTo>
                  <a:lnTo>
                    <a:pt x="1813360" y="4688775"/>
                  </a:lnTo>
                  <a:lnTo>
                    <a:pt x="1858780" y="4699362"/>
                  </a:lnTo>
                  <a:lnTo>
                    <a:pt x="1904529" y="4709077"/>
                  </a:lnTo>
                  <a:lnTo>
                    <a:pt x="1950597" y="4717911"/>
                  </a:lnTo>
                  <a:lnTo>
                    <a:pt x="1996976" y="4725854"/>
                  </a:lnTo>
                  <a:lnTo>
                    <a:pt x="2043655" y="4732897"/>
                  </a:lnTo>
                  <a:lnTo>
                    <a:pt x="2090627" y="4739031"/>
                  </a:lnTo>
                  <a:lnTo>
                    <a:pt x="2137882" y="4744247"/>
                  </a:lnTo>
                  <a:lnTo>
                    <a:pt x="2185410" y="4748535"/>
                  </a:lnTo>
                  <a:lnTo>
                    <a:pt x="2233203" y="4751886"/>
                  </a:lnTo>
                  <a:lnTo>
                    <a:pt x="2281250" y="4754291"/>
                  </a:lnTo>
                  <a:lnTo>
                    <a:pt x="2329544" y="4755740"/>
                  </a:lnTo>
                  <a:lnTo>
                    <a:pt x="2378075" y="4756226"/>
                  </a:lnTo>
                  <a:lnTo>
                    <a:pt x="2426600" y="4755740"/>
                  </a:lnTo>
                  <a:lnTo>
                    <a:pt x="2474890" y="4754291"/>
                  </a:lnTo>
                  <a:lnTo>
                    <a:pt x="2522933" y="4751886"/>
                  </a:lnTo>
                  <a:lnTo>
                    <a:pt x="2570722" y="4748535"/>
                  </a:lnTo>
                  <a:lnTo>
                    <a:pt x="2618246" y="4744247"/>
                  </a:lnTo>
                  <a:lnTo>
                    <a:pt x="2665498" y="4739031"/>
                  </a:lnTo>
                  <a:lnTo>
                    <a:pt x="2712466" y="4732897"/>
                  </a:lnTo>
                  <a:lnTo>
                    <a:pt x="2759143" y="4725854"/>
                  </a:lnTo>
                  <a:lnTo>
                    <a:pt x="2805519" y="4717911"/>
                  </a:lnTo>
                  <a:lnTo>
                    <a:pt x="2851584" y="4709077"/>
                  </a:lnTo>
                  <a:lnTo>
                    <a:pt x="2897330" y="4699362"/>
                  </a:lnTo>
                  <a:lnTo>
                    <a:pt x="2942748" y="4688775"/>
                  </a:lnTo>
                  <a:lnTo>
                    <a:pt x="2987827" y="4677324"/>
                  </a:lnTo>
                  <a:lnTo>
                    <a:pt x="3032560" y="4665019"/>
                  </a:lnTo>
                  <a:lnTo>
                    <a:pt x="3076936" y="4651870"/>
                  </a:lnTo>
                  <a:lnTo>
                    <a:pt x="3120947" y="4637885"/>
                  </a:lnTo>
                  <a:lnTo>
                    <a:pt x="3164583" y="4623074"/>
                  </a:lnTo>
                  <a:lnTo>
                    <a:pt x="3207835" y="4607446"/>
                  </a:lnTo>
                  <a:lnTo>
                    <a:pt x="3250693" y="4591010"/>
                  </a:lnTo>
                  <a:lnTo>
                    <a:pt x="3293150" y="4573776"/>
                  </a:lnTo>
                  <a:lnTo>
                    <a:pt x="3335195" y="4555752"/>
                  </a:lnTo>
                  <a:lnTo>
                    <a:pt x="3376819" y="4536948"/>
                  </a:lnTo>
                  <a:lnTo>
                    <a:pt x="3418013" y="4517373"/>
                  </a:lnTo>
                  <a:lnTo>
                    <a:pt x="3458768" y="4497036"/>
                  </a:lnTo>
                  <a:lnTo>
                    <a:pt x="3499074" y="4475946"/>
                  </a:lnTo>
                  <a:lnTo>
                    <a:pt x="3538923" y="4454114"/>
                  </a:lnTo>
                  <a:lnTo>
                    <a:pt x="3578304" y="4431547"/>
                  </a:lnTo>
                  <a:lnTo>
                    <a:pt x="3617210" y="4408255"/>
                  </a:lnTo>
                  <a:lnTo>
                    <a:pt x="3655631" y="4384248"/>
                  </a:lnTo>
                  <a:lnTo>
                    <a:pt x="3693556" y="4359534"/>
                  </a:lnTo>
                  <a:lnTo>
                    <a:pt x="3730978" y="4334123"/>
                  </a:lnTo>
                  <a:lnTo>
                    <a:pt x="3767888" y="4308024"/>
                  </a:lnTo>
                  <a:lnTo>
                    <a:pt x="3804275" y="4281246"/>
                  </a:lnTo>
                  <a:lnTo>
                    <a:pt x="3840130" y="4253798"/>
                  </a:lnTo>
                  <a:lnTo>
                    <a:pt x="3875445" y="4225690"/>
                  </a:lnTo>
                  <a:lnTo>
                    <a:pt x="3910210" y="4196931"/>
                  </a:lnTo>
                  <a:lnTo>
                    <a:pt x="3944416" y="4167530"/>
                  </a:lnTo>
                  <a:lnTo>
                    <a:pt x="3978054" y="4137496"/>
                  </a:lnTo>
                  <a:lnTo>
                    <a:pt x="4011114" y="4106839"/>
                  </a:lnTo>
                  <a:lnTo>
                    <a:pt x="4043588" y="4075567"/>
                  </a:lnTo>
                  <a:lnTo>
                    <a:pt x="4075466" y="4043690"/>
                  </a:lnTo>
                  <a:lnTo>
                    <a:pt x="4106739" y="4011217"/>
                  </a:lnTo>
                  <a:lnTo>
                    <a:pt x="4137397" y="3978158"/>
                  </a:lnTo>
                  <a:lnTo>
                    <a:pt x="4167432" y="3944521"/>
                  </a:lnTo>
                  <a:lnTo>
                    <a:pt x="4196834" y="3910316"/>
                  </a:lnTo>
                  <a:lnTo>
                    <a:pt x="4225594" y="3875552"/>
                  </a:lnTo>
                  <a:lnTo>
                    <a:pt x="4253703" y="3840238"/>
                  </a:lnTo>
                  <a:lnTo>
                    <a:pt x="4281151" y="3804383"/>
                  </a:lnTo>
                  <a:lnTo>
                    <a:pt x="4307930" y="3767997"/>
                  </a:lnTo>
                  <a:lnTo>
                    <a:pt x="4334030" y="3731089"/>
                  </a:lnTo>
                  <a:lnTo>
                    <a:pt x="4359442" y="3693668"/>
                  </a:lnTo>
                  <a:lnTo>
                    <a:pt x="4384157" y="3655743"/>
                  </a:lnTo>
                  <a:lnTo>
                    <a:pt x="4408165" y="3617323"/>
                  </a:lnTo>
                  <a:lnTo>
                    <a:pt x="4431458" y="3578418"/>
                  </a:lnTo>
                  <a:lnTo>
                    <a:pt x="4454025" y="3539037"/>
                  </a:lnTo>
                  <a:lnTo>
                    <a:pt x="4475859" y="3499189"/>
                  </a:lnTo>
                  <a:lnTo>
                    <a:pt x="4496949" y="3458884"/>
                  </a:lnTo>
                  <a:lnTo>
                    <a:pt x="4517286" y="3418130"/>
                  </a:lnTo>
                  <a:lnTo>
                    <a:pt x="4536862" y="3376937"/>
                  </a:lnTo>
                  <a:lnTo>
                    <a:pt x="4555667" y="3335313"/>
                  </a:lnTo>
                  <a:lnTo>
                    <a:pt x="4573692" y="3293269"/>
                  </a:lnTo>
                  <a:lnTo>
                    <a:pt x="4590927" y="3250813"/>
                  </a:lnTo>
                  <a:lnTo>
                    <a:pt x="4607363" y="3207955"/>
                  </a:lnTo>
                  <a:lnTo>
                    <a:pt x="4622992" y="3164704"/>
                  </a:lnTo>
                  <a:lnTo>
                    <a:pt x="4637804" y="3121069"/>
                  </a:lnTo>
                  <a:lnTo>
                    <a:pt x="4651789" y="3077058"/>
                  </a:lnTo>
                  <a:lnTo>
                    <a:pt x="4664939" y="3032683"/>
                  </a:lnTo>
                  <a:lnTo>
                    <a:pt x="4677244" y="2987951"/>
                  </a:lnTo>
                  <a:lnTo>
                    <a:pt x="4688695" y="2942872"/>
                  </a:lnTo>
                  <a:lnTo>
                    <a:pt x="4699283" y="2897455"/>
                  </a:lnTo>
                  <a:lnTo>
                    <a:pt x="4708999" y="2851709"/>
                  </a:lnTo>
                  <a:lnTo>
                    <a:pt x="4717833" y="2805644"/>
                  </a:lnTo>
                  <a:lnTo>
                    <a:pt x="4725777" y="2759269"/>
                  </a:lnTo>
                  <a:lnTo>
                    <a:pt x="4732820" y="2712592"/>
                  </a:lnTo>
                  <a:lnTo>
                    <a:pt x="4738954" y="2665624"/>
                  </a:lnTo>
                  <a:lnTo>
                    <a:pt x="4744170" y="2618373"/>
                  </a:lnTo>
                  <a:lnTo>
                    <a:pt x="4748458" y="2570849"/>
                  </a:lnTo>
                  <a:lnTo>
                    <a:pt x="4751809" y="2523060"/>
                  </a:lnTo>
                  <a:lnTo>
                    <a:pt x="4754214" y="2475017"/>
                  </a:lnTo>
                  <a:lnTo>
                    <a:pt x="4755664" y="2426727"/>
                  </a:lnTo>
                  <a:lnTo>
                    <a:pt x="4756150" y="2378202"/>
                  </a:lnTo>
                  <a:lnTo>
                    <a:pt x="4755664" y="2329671"/>
                  </a:lnTo>
                  <a:lnTo>
                    <a:pt x="4754214" y="2281377"/>
                  </a:lnTo>
                  <a:lnTo>
                    <a:pt x="4751809" y="2233329"/>
                  </a:lnTo>
                  <a:lnTo>
                    <a:pt x="4748458" y="2185536"/>
                  </a:lnTo>
                  <a:lnTo>
                    <a:pt x="4744170" y="2138007"/>
                  </a:lnTo>
                  <a:lnTo>
                    <a:pt x="4738954" y="2090752"/>
                  </a:lnTo>
                  <a:lnTo>
                    <a:pt x="4732820" y="2043780"/>
                  </a:lnTo>
                  <a:lnTo>
                    <a:pt x="4725777" y="1997099"/>
                  </a:lnTo>
                  <a:lnTo>
                    <a:pt x="4717833" y="1950720"/>
                  </a:lnTo>
                  <a:lnTo>
                    <a:pt x="4708999" y="1904650"/>
                  </a:lnTo>
                  <a:lnTo>
                    <a:pt x="4699283" y="1858901"/>
                  </a:lnTo>
                  <a:lnTo>
                    <a:pt x="4688695" y="1813480"/>
                  </a:lnTo>
                  <a:lnTo>
                    <a:pt x="4677244" y="1768397"/>
                  </a:lnTo>
                  <a:lnTo>
                    <a:pt x="4664939" y="1723661"/>
                  </a:lnTo>
                  <a:lnTo>
                    <a:pt x="4651789" y="1679282"/>
                  </a:lnTo>
                  <a:lnTo>
                    <a:pt x="4637804" y="1635268"/>
                  </a:lnTo>
                  <a:lnTo>
                    <a:pt x="4622992" y="1591629"/>
                  </a:lnTo>
                  <a:lnTo>
                    <a:pt x="4607363" y="1548374"/>
                  </a:lnTo>
                  <a:lnTo>
                    <a:pt x="4590927" y="1505512"/>
                  </a:lnTo>
                  <a:lnTo>
                    <a:pt x="4573692" y="1463053"/>
                  </a:lnTo>
                  <a:lnTo>
                    <a:pt x="4555667" y="1421006"/>
                  </a:lnTo>
                  <a:lnTo>
                    <a:pt x="4536862" y="1379379"/>
                  </a:lnTo>
                  <a:lnTo>
                    <a:pt x="4517286" y="1338183"/>
                  </a:lnTo>
                  <a:lnTo>
                    <a:pt x="4496949" y="1297426"/>
                  </a:lnTo>
                  <a:lnTo>
                    <a:pt x="4475859" y="1257117"/>
                  </a:lnTo>
                  <a:lnTo>
                    <a:pt x="4454025" y="1217266"/>
                  </a:lnTo>
                  <a:lnTo>
                    <a:pt x="4431458" y="1177882"/>
                  </a:lnTo>
                  <a:lnTo>
                    <a:pt x="4408165" y="1138974"/>
                  </a:lnTo>
                  <a:lnTo>
                    <a:pt x="4384157" y="1100552"/>
                  </a:lnTo>
                  <a:lnTo>
                    <a:pt x="4359442" y="1062624"/>
                  </a:lnTo>
                  <a:lnTo>
                    <a:pt x="4334030" y="1025200"/>
                  </a:lnTo>
                  <a:lnTo>
                    <a:pt x="4307930" y="988290"/>
                  </a:lnTo>
                  <a:lnTo>
                    <a:pt x="4281151" y="951901"/>
                  </a:lnTo>
                  <a:lnTo>
                    <a:pt x="4253703" y="916044"/>
                  </a:lnTo>
                  <a:lnTo>
                    <a:pt x="4225594" y="880727"/>
                  </a:lnTo>
                  <a:lnTo>
                    <a:pt x="4196834" y="845961"/>
                  </a:lnTo>
                  <a:lnTo>
                    <a:pt x="4167432" y="811753"/>
                  </a:lnTo>
                  <a:lnTo>
                    <a:pt x="4137397" y="778114"/>
                  </a:lnTo>
                  <a:lnTo>
                    <a:pt x="4106739" y="745052"/>
                  </a:lnTo>
                  <a:lnTo>
                    <a:pt x="4075466" y="712577"/>
                  </a:lnTo>
                  <a:lnTo>
                    <a:pt x="4043588" y="680698"/>
                  </a:lnTo>
                  <a:lnTo>
                    <a:pt x="4011114" y="649425"/>
                  </a:lnTo>
                  <a:lnTo>
                    <a:pt x="3978054" y="618765"/>
                  </a:lnTo>
                  <a:lnTo>
                    <a:pt x="3944416" y="588729"/>
                  </a:lnTo>
                  <a:lnTo>
                    <a:pt x="3910210" y="559326"/>
                  </a:lnTo>
                  <a:lnTo>
                    <a:pt x="3875445" y="530565"/>
                  </a:lnTo>
                  <a:lnTo>
                    <a:pt x="3840130" y="502456"/>
                  </a:lnTo>
                  <a:lnTo>
                    <a:pt x="3804275" y="475006"/>
                  </a:lnTo>
                  <a:lnTo>
                    <a:pt x="3767888" y="448227"/>
                  </a:lnTo>
                  <a:lnTo>
                    <a:pt x="3730978" y="422126"/>
                  </a:lnTo>
                  <a:lnTo>
                    <a:pt x="3693556" y="396713"/>
                  </a:lnTo>
                  <a:lnTo>
                    <a:pt x="3655631" y="371998"/>
                  </a:lnTo>
                  <a:lnTo>
                    <a:pt x="3617210" y="347989"/>
                  </a:lnTo>
                  <a:lnTo>
                    <a:pt x="3578304" y="324696"/>
                  </a:lnTo>
                  <a:lnTo>
                    <a:pt x="3538923" y="302128"/>
                  </a:lnTo>
                  <a:lnTo>
                    <a:pt x="3499074" y="280294"/>
                  </a:lnTo>
                  <a:lnTo>
                    <a:pt x="3458768" y="259204"/>
                  </a:lnTo>
                  <a:lnTo>
                    <a:pt x="3418013" y="238866"/>
                  </a:lnTo>
                  <a:lnTo>
                    <a:pt x="3376819" y="219289"/>
                  </a:lnTo>
                  <a:lnTo>
                    <a:pt x="3335195" y="200484"/>
                  </a:lnTo>
                  <a:lnTo>
                    <a:pt x="3293150" y="182459"/>
                  </a:lnTo>
                  <a:lnTo>
                    <a:pt x="3250693" y="165224"/>
                  </a:lnTo>
                  <a:lnTo>
                    <a:pt x="3207835" y="148787"/>
                  </a:lnTo>
                  <a:lnTo>
                    <a:pt x="3164583" y="133158"/>
                  </a:lnTo>
                  <a:lnTo>
                    <a:pt x="3120947" y="118346"/>
                  </a:lnTo>
                  <a:lnTo>
                    <a:pt x="3076936" y="104361"/>
                  </a:lnTo>
                  <a:lnTo>
                    <a:pt x="3032560" y="91211"/>
                  </a:lnTo>
                  <a:lnTo>
                    <a:pt x="2987827" y="78905"/>
                  </a:lnTo>
                  <a:lnTo>
                    <a:pt x="2942748" y="67454"/>
                  </a:lnTo>
                  <a:lnTo>
                    <a:pt x="2897330" y="56866"/>
                  </a:lnTo>
                  <a:lnTo>
                    <a:pt x="2851584" y="47150"/>
                  </a:lnTo>
                  <a:lnTo>
                    <a:pt x="2805519" y="38316"/>
                  </a:lnTo>
                  <a:lnTo>
                    <a:pt x="2759143" y="30372"/>
                  </a:lnTo>
                  <a:lnTo>
                    <a:pt x="2712466" y="23329"/>
                  </a:lnTo>
                  <a:lnTo>
                    <a:pt x="2665498" y="17195"/>
                  </a:lnTo>
                  <a:lnTo>
                    <a:pt x="2618246" y="11979"/>
                  </a:lnTo>
                  <a:lnTo>
                    <a:pt x="2570722" y="7691"/>
                  </a:lnTo>
                  <a:lnTo>
                    <a:pt x="2522933" y="4340"/>
                  </a:lnTo>
                  <a:lnTo>
                    <a:pt x="2474890" y="1935"/>
                  </a:lnTo>
                  <a:lnTo>
                    <a:pt x="2426600" y="485"/>
                  </a:lnTo>
                  <a:lnTo>
                    <a:pt x="2378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20611" y="2351659"/>
              <a:ext cx="3737102" cy="21690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15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212" y="1956942"/>
            <a:ext cx="3031490" cy="3195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2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pt-BR" sz="2800" spc="-10" dirty="0">
                <a:latin typeface="Trebuchet MS"/>
                <a:cs typeface="Trebuchet MS"/>
              </a:rPr>
              <a:t>Consultar</a:t>
            </a:r>
          </a:p>
          <a:p>
            <a:pPr marL="469900" indent="-457200">
              <a:lnSpc>
                <a:spcPct val="2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pt-BR" sz="2800" spc="-10" dirty="0">
                <a:latin typeface="Trebuchet MS"/>
                <a:cs typeface="Trebuchet MS"/>
              </a:rPr>
              <a:t>Excluir</a:t>
            </a:r>
          </a:p>
          <a:p>
            <a:pPr marL="469900" indent="-457200">
              <a:lnSpc>
                <a:spcPct val="2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pt-BR" sz="2800" spc="-10" dirty="0">
                <a:latin typeface="Trebuchet MS"/>
                <a:cs typeface="Trebuchet MS"/>
              </a:rPr>
              <a:t>Atualizar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C78E2-A533-E493-366C-E5FEBB7F3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090446"/>
            <a:ext cx="8243570" cy="677108"/>
          </a:xfrm>
        </p:spPr>
        <p:txBody>
          <a:bodyPr/>
          <a:lstStyle/>
          <a:p>
            <a:r>
              <a:rPr lang="pt-BR" dirty="0"/>
              <a:t>Exclusão</a:t>
            </a:r>
          </a:p>
        </p:txBody>
      </p:sp>
    </p:spTree>
    <p:extLst>
      <p:ext uri="{BB962C8B-B14F-4D97-AF65-F5344CB8AC3E}">
        <p14:creationId xmlns:p14="http://schemas.microsoft.com/office/powerpoint/2010/main" val="4286897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0F5ABE-3940-9C8A-D7D9-DDD99A68E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15" y="116789"/>
            <a:ext cx="8243570" cy="677108"/>
          </a:xfrm>
        </p:spPr>
        <p:txBody>
          <a:bodyPr/>
          <a:lstStyle/>
          <a:p>
            <a:r>
              <a:rPr lang="pt-BR" dirty="0"/>
              <a:t>Tela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D03227-0B8F-1A9D-5874-37B660AF1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2" y="1582953"/>
            <a:ext cx="8155305" cy="430887"/>
          </a:xfrm>
        </p:spPr>
        <p:txBody>
          <a:bodyPr/>
          <a:lstStyle/>
          <a:p>
            <a:r>
              <a:rPr lang="pt-BR" dirty="0"/>
              <a:t>Vamos criar a seguinte para a exclusão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0E06EE-B604-D63A-B9DD-6576FBDDF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590800"/>
            <a:ext cx="3391373" cy="382958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8D748DF-42D9-C8F3-9BE5-8E8BEC42EF8B}"/>
              </a:ext>
            </a:extLst>
          </p:cNvPr>
          <p:cNvSpPr txBox="1"/>
          <p:nvPr/>
        </p:nvSpPr>
        <p:spPr>
          <a:xfrm>
            <a:off x="4038600" y="3213854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Container com uma linha e um </a:t>
            </a:r>
            <a:r>
              <a:rPr lang="pt-BR" dirty="0" err="1"/>
              <a:t>textField</a:t>
            </a:r>
            <a:r>
              <a:rPr lang="pt-BR" dirty="0"/>
              <a:t>. Nesse container temos uma query com filtro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C4E8F38-41D9-0025-CBD1-C9DC54BB050F}"/>
              </a:ext>
            </a:extLst>
          </p:cNvPr>
          <p:cNvSpPr txBox="1"/>
          <p:nvPr/>
        </p:nvSpPr>
        <p:spPr>
          <a:xfrm>
            <a:off x="4114800" y="4433797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Container com uma tabela com a query, na </a:t>
            </a:r>
            <a:r>
              <a:rPr lang="pt-BR" dirty="0" err="1"/>
              <a:t>DataTable</a:t>
            </a:r>
            <a:r>
              <a:rPr lang="pt-BR" dirty="0"/>
              <a:t> com a variável de referência, os texto com os parâmetros </a:t>
            </a:r>
          </a:p>
        </p:txBody>
      </p:sp>
    </p:spTree>
    <p:extLst>
      <p:ext uri="{BB962C8B-B14F-4D97-AF65-F5344CB8AC3E}">
        <p14:creationId xmlns:p14="http://schemas.microsoft.com/office/powerpoint/2010/main" val="3364802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D1D10-5098-F54E-A068-E3CB2A049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98C97-D117-B1ED-4718-DC9456158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15" y="116789"/>
            <a:ext cx="8243570" cy="677108"/>
          </a:xfrm>
        </p:spPr>
        <p:txBody>
          <a:bodyPr/>
          <a:lstStyle/>
          <a:p>
            <a:r>
              <a:rPr lang="pt-BR" dirty="0"/>
              <a:t>Tela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C5A481C-630F-4C46-45D4-5BFFED2ACCF9}"/>
              </a:ext>
            </a:extLst>
          </p:cNvPr>
          <p:cNvSpPr txBox="1"/>
          <p:nvPr/>
        </p:nvSpPr>
        <p:spPr>
          <a:xfrm>
            <a:off x="3962400" y="2819400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 ícone de botão excluir vamos criar a seguinte 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A0CDBA0-704B-5835-6516-AA73698ABC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040"/>
          <a:stretch>
            <a:fillRect/>
          </a:stretch>
        </p:blipFill>
        <p:spPr>
          <a:xfrm>
            <a:off x="0" y="793897"/>
            <a:ext cx="3962400" cy="668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93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2E6E6-4304-220F-EB65-73E620785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215" y="2600759"/>
            <a:ext cx="8243570" cy="677108"/>
          </a:xfrm>
        </p:spPr>
        <p:txBody>
          <a:bodyPr/>
          <a:lstStyle/>
          <a:p>
            <a:r>
              <a:rPr lang="pt-BR" dirty="0"/>
              <a:t>Alteração</a:t>
            </a:r>
          </a:p>
        </p:txBody>
      </p:sp>
    </p:spTree>
    <p:extLst>
      <p:ext uri="{BB962C8B-B14F-4D97-AF65-F5344CB8AC3E}">
        <p14:creationId xmlns:p14="http://schemas.microsoft.com/office/powerpoint/2010/main" val="2693112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F3F95-BBCF-43F0-95A7-061332E5F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15" y="116789"/>
            <a:ext cx="8243570" cy="677108"/>
          </a:xfrm>
        </p:spPr>
        <p:txBody>
          <a:bodyPr/>
          <a:lstStyle/>
          <a:p>
            <a:r>
              <a:rPr lang="pt-BR" dirty="0"/>
              <a:t>Tela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12EF81-604B-22AE-6843-BD17F677B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28" y="1582953"/>
            <a:ext cx="2905530" cy="320084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714DA7B-116E-7DC9-932A-E0888E452092}"/>
              </a:ext>
            </a:extLst>
          </p:cNvPr>
          <p:cNvSpPr txBox="1"/>
          <p:nvPr/>
        </p:nvSpPr>
        <p:spPr>
          <a:xfrm>
            <a:off x="4114800" y="1748375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Container com uma linha e um </a:t>
            </a:r>
            <a:r>
              <a:rPr lang="pt-BR" dirty="0" err="1"/>
              <a:t>textField</a:t>
            </a:r>
            <a:r>
              <a:rPr lang="pt-BR" dirty="0"/>
              <a:t>. Nesse container temos uma query com filtro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C4F4C4B-5EF6-AAD4-D4F1-C6518C32ED45}"/>
              </a:ext>
            </a:extLst>
          </p:cNvPr>
          <p:cNvSpPr txBox="1"/>
          <p:nvPr/>
        </p:nvSpPr>
        <p:spPr>
          <a:xfrm>
            <a:off x="4191000" y="3453581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Container com uma tabela com a query, na </a:t>
            </a:r>
            <a:r>
              <a:rPr lang="pt-BR" dirty="0" err="1"/>
              <a:t>DataTable</a:t>
            </a:r>
            <a:r>
              <a:rPr lang="pt-BR" dirty="0"/>
              <a:t> com a variável de referência, os texto com os parâmetros </a:t>
            </a:r>
          </a:p>
        </p:txBody>
      </p:sp>
    </p:spTree>
    <p:extLst>
      <p:ext uri="{BB962C8B-B14F-4D97-AF65-F5344CB8AC3E}">
        <p14:creationId xmlns:p14="http://schemas.microsoft.com/office/powerpoint/2010/main" val="1966812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313C5-2AA5-6333-C9DB-3E1C68D4E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15" y="116789"/>
            <a:ext cx="8243570" cy="677108"/>
          </a:xfrm>
        </p:spPr>
        <p:txBody>
          <a:bodyPr/>
          <a:lstStyle/>
          <a:p>
            <a:r>
              <a:rPr lang="pt-BR" dirty="0"/>
              <a:t>Componente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7E16BD-8EBE-D656-4174-F93F168C9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2" y="1582953"/>
            <a:ext cx="11302188" cy="1723549"/>
          </a:xfrm>
        </p:spPr>
        <p:txBody>
          <a:bodyPr/>
          <a:lstStyle/>
          <a:p>
            <a:r>
              <a:rPr lang="pt-BR" dirty="0"/>
              <a:t>Para criar um componente vamos na mesma guia de criar uma página.</a:t>
            </a:r>
          </a:p>
          <a:p>
            <a:r>
              <a:rPr lang="pt-BR" dirty="0"/>
              <a:t>Passos:</a:t>
            </a:r>
          </a:p>
          <a:p>
            <a:r>
              <a:rPr lang="pt-BR" dirty="0"/>
              <a:t>Clicar em componentes -&gt; sinal de + -&gt; new componente -&gt;</a:t>
            </a:r>
            <a:r>
              <a:rPr lang="pt-BR" dirty="0" err="1"/>
              <a:t>create</a:t>
            </a:r>
            <a:r>
              <a:rPr lang="pt-BR" dirty="0"/>
              <a:t> </a:t>
            </a:r>
            <a:r>
              <a:rPr lang="pt-BR" dirty="0" err="1"/>
              <a:t>blank</a:t>
            </a:r>
            <a:r>
              <a:rPr lang="pt-BR" dirty="0"/>
              <a:t> -&gt; atualizar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16EC8E3-5610-22BE-150B-7374CDD15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536259"/>
            <a:ext cx="2762636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16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8FDF1-CC7C-3256-2B94-EB8C91A8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15" y="116789"/>
            <a:ext cx="8243570" cy="677108"/>
          </a:xfrm>
        </p:spPr>
        <p:txBody>
          <a:bodyPr/>
          <a:lstStyle/>
          <a:p>
            <a:r>
              <a:rPr lang="pt-BR" dirty="0"/>
              <a:t>Componente- Parâmetros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8F17AF-634B-A5C0-9E74-A434D2E40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2" y="1582953"/>
            <a:ext cx="11073588" cy="430887"/>
          </a:xfrm>
        </p:spPr>
        <p:txBody>
          <a:bodyPr/>
          <a:lstStyle/>
          <a:p>
            <a:r>
              <a:rPr lang="pt-BR" dirty="0"/>
              <a:t>Para trabalhar com componentes precisamos declarar os parâmetros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F03DE3-DD90-18BC-99A5-00A1151BB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2013840"/>
            <a:ext cx="2210108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1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AF272-3C3F-9F9B-01B2-BC381D87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15" y="116789"/>
            <a:ext cx="8243570" cy="677108"/>
          </a:xfrm>
        </p:spPr>
        <p:txBody>
          <a:bodyPr/>
          <a:lstStyle/>
          <a:p>
            <a:r>
              <a:rPr lang="pt-BR" dirty="0"/>
              <a:t>Componente-Coluna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CF7C94-DF9B-1B6C-8522-DDFD19E63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2" y="1582953"/>
            <a:ext cx="8155305" cy="430887"/>
          </a:xfrm>
        </p:spPr>
        <p:txBody>
          <a:bodyPr/>
          <a:lstStyle/>
          <a:p>
            <a:r>
              <a:rPr lang="pt-BR" dirty="0"/>
              <a:t>Na coluna vamos adicionar a query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A4388AA-C791-1623-D42B-763B81F09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447800"/>
            <a:ext cx="2438740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47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4239A-228B-4C99-CA51-3E15B55C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15" y="116789"/>
            <a:ext cx="8243570" cy="677108"/>
          </a:xfrm>
        </p:spPr>
        <p:txBody>
          <a:bodyPr/>
          <a:lstStyle/>
          <a:p>
            <a:r>
              <a:rPr lang="pt-BR" dirty="0"/>
              <a:t>Componente- Botão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32649D-F549-3BAC-A1A0-3DA967223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3" y="1582953"/>
            <a:ext cx="3148788" cy="430887"/>
          </a:xfrm>
        </p:spPr>
        <p:txBody>
          <a:bodyPr/>
          <a:lstStyle/>
          <a:p>
            <a:r>
              <a:rPr lang="pt-BR" dirty="0"/>
              <a:t>No botão editar adicionar a ação -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09702A-6B01-252E-C227-C98129C4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798396"/>
            <a:ext cx="7944959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513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63C34-0249-FE93-2AB3-DE53A4E3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15" y="116789"/>
            <a:ext cx="8243570" cy="677108"/>
          </a:xfrm>
        </p:spPr>
        <p:txBody>
          <a:bodyPr/>
          <a:lstStyle/>
          <a:p>
            <a:r>
              <a:rPr lang="pt-BR" dirty="0"/>
              <a:t>Componente -Tela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BF87C5-A10F-DB9E-BEDC-46061A202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2" y="1582953"/>
            <a:ext cx="8155305" cy="1292662"/>
          </a:xfrm>
        </p:spPr>
        <p:txBody>
          <a:bodyPr/>
          <a:lstStyle/>
          <a:p>
            <a:r>
              <a:rPr lang="pt-BR" dirty="0"/>
              <a:t>No ícone do botão atualizar chamar o componente: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F26E601-B652-9308-044D-F957223A5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41202"/>
            <a:ext cx="2867425" cy="310558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32527D9-78A9-4A20-470C-CA1A329EA7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46" b="3975"/>
          <a:stretch>
            <a:fillRect/>
          </a:stretch>
        </p:blipFill>
        <p:spPr>
          <a:xfrm>
            <a:off x="4484348" y="2438400"/>
            <a:ext cx="7287323" cy="461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82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</TotalTime>
  <Words>178</Words>
  <Application>Microsoft Office PowerPoint</Application>
  <PresentationFormat>Widescreen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Trebuchet MS</vt:lpstr>
      <vt:lpstr>Office Theme</vt:lpstr>
      <vt:lpstr>Desenvolvimento de Aplicações</vt:lpstr>
      <vt:lpstr>Agenda</vt:lpstr>
      <vt:lpstr>Exclusão</vt:lpstr>
      <vt:lpstr>Tela</vt:lpstr>
      <vt:lpstr>Tela</vt:lpstr>
      <vt:lpstr>Alteração</vt:lpstr>
      <vt:lpstr>Tela</vt:lpstr>
      <vt:lpstr>Componente</vt:lpstr>
      <vt:lpstr>Componente- Parâmetros </vt:lpstr>
      <vt:lpstr>Componente-Coluna</vt:lpstr>
      <vt:lpstr>Componente- Botão</vt:lpstr>
      <vt:lpstr>Componente -Tela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PARA DISPOSITIVOS MÓVEIS II</dc:title>
  <dc:creator>CARLA FABIANE CALIXTO DA SILVA SOARES</dc:creator>
  <cp:lastModifiedBy>Carla Fabiane Calixto da Silva Soar</cp:lastModifiedBy>
  <cp:revision>5</cp:revision>
  <dcterms:created xsi:type="dcterms:W3CDTF">2025-11-14T14:26:19Z</dcterms:created>
  <dcterms:modified xsi:type="dcterms:W3CDTF">2025-11-14T16:42:57Z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2025-11-14T00:00:00Z</vt:filetime>
  </property>
  <property fmtid="{D5CDD505-2E9C-101B-9397-08002B2CF9AE}" pid="5" name="Producer">
    <vt:lpwstr>Microsoft® PowerPoint® para Microsoft 365</vt:lpwstr>
  </property>
</Properties>
</file>