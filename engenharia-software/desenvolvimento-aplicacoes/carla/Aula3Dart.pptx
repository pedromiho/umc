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44cab0371_0_2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44cab0371_0_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44cab0371_0_2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44cab0371_0_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44cab0371_0_3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44cab0371_0_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44cab0371_0_3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44cab0371_0_3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890422" y="1519063"/>
            <a:ext cx="10387330" cy="296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680415" y="418541"/>
            <a:ext cx="238696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212525" y="6254791"/>
            <a:ext cx="1809219" cy="5682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61290" cy="6858000"/>
          </a:xfrm>
          <a:custGeom>
            <a:rect b="b" l="l" r="r" t="t"/>
            <a:pathLst>
              <a:path extrusionOk="0" h="6858000" w="161290">
                <a:moveTo>
                  <a:pt x="161112" y="0"/>
                </a:moveTo>
                <a:lnTo>
                  <a:pt x="0" y="0"/>
                </a:lnTo>
                <a:lnTo>
                  <a:pt x="0" y="6858000"/>
                </a:lnTo>
                <a:lnTo>
                  <a:pt x="161112" y="6858000"/>
                </a:lnTo>
                <a:lnTo>
                  <a:pt x="161112" y="0"/>
                </a:lnTo>
                <a:close/>
              </a:path>
            </a:pathLst>
          </a:custGeom>
          <a:solidFill>
            <a:srgbClr val="0840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210134" y="0"/>
            <a:ext cx="54610" cy="6858000"/>
          </a:xfrm>
          <a:custGeom>
            <a:rect b="b" l="l" r="r" t="t"/>
            <a:pathLst>
              <a:path extrusionOk="0" h="6858000" w="54610">
                <a:moveTo>
                  <a:pt x="54339" y="0"/>
                </a:moveTo>
                <a:lnTo>
                  <a:pt x="0" y="0"/>
                </a:lnTo>
                <a:lnTo>
                  <a:pt x="0" y="6857999"/>
                </a:lnTo>
                <a:lnTo>
                  <a:pt x="54339" y="6858000"/>
                </a:lnTo>
                <a:lnTo>
                  <a:pt x="54339" y="0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90422" y="1519063"/>
            <a:ext cx="10387330" cy="296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12192038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type="title"/>
          </p:nvPr>
        </p:nvSpPr>
        <p:spPr>
          <a:xfrm>
            <a:off x="1206195" y="2688793"/>
            <a:ext cx="4407535" cy="121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0" lvl="0" marL="12700" marR="5080" rtl="0" algn="l">
              <a:lnSpc>
                <a:spcPct val="10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FFFFFF"/>
                </a:solidFill>
              </a:rPr>
              <a:t>Desenvolvimento de Aplicações</a:t>
            </a:r>
            <a:endParaRPr sz="4100"/>
          </a:p>
        </p:txBody>
      </p:sp>
      <p:sp>
        <p:nvSpPr>
          <p:cNvPr id="48" name="Google Shape;48;p7"/>
          <p:cNvSpPr txBox="1"/>
          <p:nvPr/>
        </p:nvSpPr>
        <p:spPr>
          <a:xfrm>
            <a:off x="1206195" y="4741240"/>
            <a:ext cx="34581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Prof. Leonardo Torres</a:t>
            </a:r>
            <a:endParaRPr b="1" sz="2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leonardotorres@umc.br</a:t>
            </a:r>
            <a:endParaRPr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6390640" y="1062482"/>
            <a:ext cx="4756150" cy="4756785"/>
            <a:chOff x="6390640" y="1062482"/>
            <a:chExt cx="4756150" cy="4756785"/>
          </a:xfrm>
        </p:grpSpPr>
        <p:sp>
          <p:nvSpPr>
            <p:cNvPr id="50" name="Google Shape;50;p7"/>
            <p:cNvSpPr/>
            <p:nvPr/>
          </p:nvSpPr>
          <p:spPr>
            <a:xfrm>
              <a:off x="6390640" y="1062482"/>
              <a:ext cx="4756150" cy="4756785"/>
            </a:xfrm>
            <a:custGeom>
              <a:rect b="b" l="l" r="r" t="t"/>
              <a:pathLst>
                <a:path extrusionOk="0" h="4756785" w="4756150">
                  <a:moveTo>
                    <a:pt x="2378075" y="0"/>
                  </a:moveTo>
                  <a:lnTo>
                    <a:pt x="2329544" y="485"/>
                  </a:lnTo>
                  <a:lnTo>
                    <a:pt x="2281250" y="1935"/>
                  </a:lnTo>
                  <a:lnTo>
                    <a:pt x="2233203" y="4340"/>
                  </a:lnTo>
                  <a:lnTo>
                    <a:pt x="2185410" y="7691"/>
                  </a:lnTo>
                  <a:lnTo>
                    <a:pt x="2137882" y="11979"/>
                  </a:lnTo>
                  <a:lnTo>
                    <a:pt x="2090627" y="17195"/>
                  </a:lnTo>
                  <a:lnTo>
                    <a:pt x="2043655" y="23329"/>
                  </a:lnTo>
                  <a:lnTo>
                    <a:pt x="1996976" y="30372"/>
                  </a:lnTo>
                  <a:lnTo>
                    <a:pt x="1950597" y="38316"/>
                  </a:lnTo>
                  <a:lnTo>
                    <a:pt x="1904529" y="47150"/>
                  </a:lnTo>
                  <a:lnTo>
                    <a:pt x="1858780" y="56866"/>
                  </a:lnTo>
                  <a:lnTo>
                    <a:pt x="1813360" y="67454"/>
                  </a:lnTo>
                  <a:lnTo>
                    <a:pt x="1768279" y="78905"/>
                  </a:lnTo>
                  <a:lnTo>
                    <a:pt x="1723544" y="91211"/>
                  </a:lnTo>
                  <a:lnTo>
                    <a:pt x="1679166" y="104361"/>
                  </a:lnTo>
                  <a:lnTo>
                    <a:pt x="1635154" y="118346"/>
                  </a:lnTo>
                  <a:lnTo>
                    <a:pt x="1591516" y="133158"/>
                  </a:lnTo>
                  <a:lnTo>
                    <a:pt x="1548263" y="148787"/>
                  </a:lnTo>
                  <a:lnTo>
                    <a:pt x="1505403" y="165224"/>
                  </a:lnTo>
                  <a:lnTo>
                    <a:pt x="1462946" y="182459"/>
                  </a:lnTo>
                  <a:lnTo>
                    <a:pt x="1420900" y="200484"/>
                  </a:lnTo>
                  <a:lnTo>
                    <a:pt x="1379275" y="219289"/>
                  </a:lnTo>
                  <a:lnTo>
                    <a:pt x="1338081" y="238866"/>
                  </a:lnTo>
                  <a:lnTo>
                    <a:pt x="1297325" y="259204"/>
                  </a:lnTo>
                  <a:lnTo>
                    <a:pt x="1257019" y="280294"/>
                  </a:lnTo>
                  <a:lnTo>
                    <a:pt x="1217170" y="302128"/>
                  </a:lnTo>
                  <a:lnTo>
                    <a:pt x="1177788" y="324696"/>
                  </a:lnTo>
                  <a:lnTo>
                    <a:pt x="1138882" y="347989"/>
                  </a:lnTo>
                  <a:lnTo>
                    <a:pt x="1100462" y="371998"/>
                  </a:lnTo>
                  <a:lnTo>
                    <a:pt x="1062537" y="396713"/>
                  </a:lnTo>
                  <a:lnTo>
                    <a:pt x="1025115" y="422126"/>
                  </a:lnTo>
                  <a:lnTo>
                    <a:pt x="988206" y="448227"/>
                  </a:lnTo>
                  <a:lnTo>
                    <a:pt x="951820" y="475006"/>
                  </a:lnTo>
                  <a:lnTo>
                    <a:pt x="915965" y="502456"/>
                  </a:lnTo>
                  <a:lnTo>
                    <a:pt x="880651" y="530565"/>
                  </a:lnTo>
                  <a:lnTo>
                    <a:pt x="845887" y="559326"/>
                  </a:lnTo>
                  <a:lnTo>
                    <a:pt x="811681" y="588729"/>
                  </a:lnTo>
                  <a:lnTo>
                    <a:pt x="778045" y="618765"/>
                  </a:lnTo>
                  <a:lnTo>
                    <a:pt x="744985" y="649425"/>
                  </a:lnTo>
                  <a:lnTo>
                    <a:pt x="712513" y="680698"/>
                  </a:lnTo>
                  <a:lnTo>
                    <a:pt x="680636" y="712577"/>
                  </a:lnTo>
                  <a:lnTo>
                    <a:pt x="649365" y="745052"/>
                  </a:lnTo>
                  <a:lnTo>
                    <a:pt x="618708" y="778114"/>
                  </a:lnTo>
                  <a:lnTo>
                    <a:pt x="588674" y="811753"/>
                  </a:lnTo>
                  <a:lnTo>
                    <a:pt x="559273" y="845961"/>
                  </a:lnTo>
                  <a:lnTo>
                    <a:pt x="530515" y="880727"/>
                  </a:lnTo>
                  <a:lnTo>
                    <a:pt x="502407" y="916044"/>
                  </a:lnTo>
                  <a:lnTo>
                    <a:pt x="474960" y="951901"/>
                  </a:lnTo>
                  <a:lnTo>
                    <a:pt x="448183" y="988290"/>
                  </a:lnTo>
                  <a:lnTo>
                    <a:pt x="422084" y="1025200"/>
                  </a:lnTo>
                  <a:lnTo>
                    <a:pt x="396674" y="1062624"/>
                  </a:lnTo>
                  <a:lnTo>
                    <a:pt x="371961" y="1100552"/>
                  </a:lnTo>
                  <a:lnTo>
                    <a:pt x="347954" y="1138974"/>
                  </a:lnTo>
                  <a:lnTo>
                    <a:pt x="324663" y="1177882"/>
                  </a:lnTo>
                  <a:lnTo>
                    <a:pt x="302097" y="1217266"/>
                  </a:lnTo>
                  <a:lnTo>
                    <a:pt x="280265" y="1257117"/>
                  </a:lnTo>
                  <a:lnTo>
                    <a:pt x="259177" y="1297426"/>
                  </a:lnTo>
                  <a:lnTo>
                    <a:pt x="238841" y="1338183"/>
                  </a:lnTo>
                  <a:lnTo>
                    <a:pt x="219266" y="1379379"/>
                  </a:lnTo>
                  <a:lnTo>
                    <a:pt x="200463" y="1421006"/>
                  </a:lnTo>
                  <a:lnTo>
                    <a:pt x="182440" y="1463053"/>
                  </a:lnTo>
                  <a:lnTo>
                    <a:pt x="165206" y="1505512"/>
                  </a:lnTo>
                  <a:lnTo>
                    <a:pt x="148771" y="1548374"/>
                  </a:lnTo>
                  <a:lnTo>
                    <a:pt x="133144" y="1591629"/>
                  </a:lnTo>
                  <a:lnTo>
                    <a:pt x="118333" y="1635268"/>
                  </a:lnTo>
                  <a:lnTo>
                    <a:pt x="104349" y="1679282"/>
                  </a:lnTo>
                  <a:lnTo>
                    <a:pt x="91201" y="1723661"/>
                  </a:lnTo>
                  <a:lnTo>
                    <a:pt x="78897" y="1768397"/>
                  </a:lnTo>
                  <a:lnTo>
                    <a:pt x="67447" y="1813480"/>
                  </a:lnTo>
                  <a:lnTo>
                    <a:pt x="56860" y="1858901"/>
                  </a:lnTo>
                  <a:lnTo>
                    <a:pt x="47145" y="1904650"/>
                  </a:lnTo>
                  <a:lnTo>
                    <a:pt x="38312" y="1950719"/>
                  </a:lnTo>
                  <a:lnTo>
                    <a:pt x="30369" y="1997099"/>
                  </a:lnTo>
                  <a:lnTo>
                    <a:pt x="23326" y="2043780"/>
                  </a:lnTo>
                  <a:lnTo>
                    <a:pt x="17193" y="2090752"/>
                  </a:lnTo>
                  <a:lnTo>
                    <a:pt x="11978" y="2138007"/>
                  </a:lnTo>
                  <a:lnTo>
                    <a:pt x="7690" y="2185536"/>
                  </a:lnTo>
                  <a:lnTo>
                    <a:pt x="4339" y="2233329"/>
                  </a:lnTo>
                  <a:lnTo>
                    <a:pt x="1934" y="2281377"/>
                  </a:lnTo>
                  <a:lnTo>
                    <a:pt x="485" y="2329671"/>
                  </a:lnTo>
                  <a:lnTo>
                    <a:pt x="0" y="2378202"/>
                  </a:lnTo>
                  <a:lnTo>
                    <a:pt x="485" y="2426727"/>
                  </a:lnTo>
                  <a:lnTo>
                    <a:pt x="1934" y="2475017"/>
                  </a:lnTo>
                  <a:lnTo>
                    <a:pt x="4339" y="2523060"/>
                  </a:lnTo>
                  <a:lnTo>
                    <a:pt x="7690" y="2570849"/>
                  </a:lnTo>
                  <a:lnTo>
                    <a:pt x="11978" y="2618373"/>
                  </a:lnTo>
                  <a:lnTo>
                    <a:pt x="17193" y="2665624"/>
                  </a:lnTo>
                  <a:lnTo>
                    <a:pt x="23326" y="2712592"/>
                  </a:lnTo>
                  <a:lnTo>
                    <a:pt x="30369" y="2759269"/>
                  </a:lnTo>
                  <a:lnTo>
                    <a:pt x="38312" y="2805644"/>
                  </a:lnTo>
                  <a:lnTo>
                    <a:pt x="47145" y="2851709"/>
                  </a:lnTo>
                  <a:lnTo>
                    <a:pt x="56860" y="2897455"/>
                  </a:lnTo>
                  <a:lnTo>
                    <a:pt x="67447" y="2942872"/>
                  </a:lnTo>
                  <a:lnTo>
                    <a:pt x="78897" y="2987951"/>
                  </a:lnTo>
                  <a:lnTo>
                    <a:pt x="91201" y="3032683"/>
                  </a:lnTo>
                  <a:lnTo>
                    <a:pt x="104349" y="3077058"/>
                  </a:lnTo>
                  <a:lnTo>
                    <a:pt x="118333" y="3121069"/>
                  </a:lnTo>
                  <a:lnTo>
                    <a:pt x="133144" y="3164704"/>
                  </a:lnTo>
                  <a:lnTo>
                    <a:pt x="148771" y="3207955"/>
                  </a:lnTo>
                  <a:lnTo>
                    <a:pt x="165206" y="3250813"/>
                  </a:lnTo>
                  <a:lnTo>
                    <a:pt x="182440" y="3293269"/>
                  </a:lnTo>
                  <a:lnTo>
                    <a:pt x="200463" y="3335313"/>
                  </a:lnTo>
                  <a:lnTo>
                    <a:pt x="219266" y="3376937"/>
                  </a:lnTo>
                  <a:lnTo>
                    <a:pt x="238841" y="3418130"/>
                  </a:lnTo>
                  <a:lnTo>
                    <a:pt x="259177" y="3458884"/>
                  </a:lnTo>
                  <a:lnTo>
                    <a:pt x="280265" y="3499189"/>
                  </a:lnTo>
                  <a:lnTo>
                    <a:pt x="302097" y="3539037"/>
                  </a:lnTo>
                  <a:lnTo>
                    <a:pt x="324663" y="3578418"/>
                  </a:lnTo>
                  <a:lnTo>
                    <a:pt x="347954" y="3617323"/>
                  </a:lnTo>
                  <a:lnTo>
                    <a:pt x="371961" y="3655743"/>
                  </a:lnTo>
                  <a:lnTo>
                    <a:pt x="396674" y="3693668"/>
                  </a:lnTo>
                  <a:lnTo>
                    <a:pt x="422084" y="3731089"/>
                  </a:lnTo>
                  <a:lnTo>
                    <a:pt x="448183" y="3767997"/>
                  </a:lnTo>
                  <a:lnTo>
                    <a:pt x="474960" y="3804383"/>
                  </a:lnTo>
                  <a:lnTo>
                    <a:pt x="502407" y="3840238"/>
                  </a:lnTo>
                  <a:lnTo>
                    <a:pt x="530515" y="3875552"/>
                  </a:lnTo>
                  <a:lnTo>
                    <a:pt x="559273" y="3910316"/>
                  </a:lnTo>
                  <a:lnTo>
                    <a:pt x="588674" y="3944521"/>
                  </a:lnTo>
                  <a:lnTo>
                    <a:pt x="618708" y="3978158"/>
                  </a:lnTo>
                  <a:lnTo>
                    <a:pt x="649365" y="4011217"/>
                  </a:lnTo>
                  <a:lnTo>
                    <a:pt x="680636" y="4043690"/>
                  </a:lnTo>
                  <a:lnTo>
                    <a:pt x="712513" y="4075567"/>
                  </a:lnTo>
                  <a:lnTo>
                    <a:pt x="744985" y="4106839"/>
                  </a:lnTo>
                  <a:lnTo>
                    <a:pt x="778045" y="4137496"/>
                  </a:lnTo>
                  <a:lnTo>
                    <a:pt x="811681" y="4167530"/>
                  </a:lnTo>
                  <a:lnTo>
                    <a:pt x="845887" y="4196931"/>
                  </a:lnTo>
                  <a:lnTo>
                    <a:pt x="880651" y="4225690"/>
                  </a:lnTo>
                  <a:lnTo>
                    <a:pt x="915965" y="4253798"/>
                  </a:lnTo>
                  <a:lnTo>
                    <a:pt x="951820" y="4281246"/>
                  </a:lnTo>
                  <a:lnTo>
                    <a:pt x="988206" y="4308024"/>
                  </a:lnTo>
                  <a:lnTo>
                    <a:pt x="1025115" y="4334123"/>
                  </a:lnTo>
                  <a:lnTo>
                    <a:pt x="1062537" y="4359534"/>
                  </a:lnTo>
                  <a:lnTo>
                    <a:pt x="1100462" y="4384248"/>
                  </a:lnTo>
                  <a:lnTo>
                    <a:pt x="1138882" y="4408255"/>
                  </a:lnTo>
                  <a:lnTo>
                    <a:pt x="1177788" y="4431547"/>
                  </a:lnTo>
                  <a:lnTo>
                    <a:pt x="1217170" y="4454114"/>
                  </a:lnTo>
                  <a:lnTo>
                    <a:pt x="1257019" y="4475946"/>
                  </a:lnTo>
                  <a:lnTo>
                    <a:pt x="1297325" y="4497036"/>
                  </a:lnTo>
                  <a:lnTo>
                    <a:pt x="1338081" y="4517373"/>
                  </a:lnTo>
                  <a:lnTo>
                    <a:pt x="1379275" y="4536948"/>
                  </a:lnTo>
                  <a:lnTo>
                    <a:pt x="1420900" y="4555752"/>
                  </a:lnTo>
                  <a:lnTo>
                    <a:pt x="1462946" y="4573776"/>
                  </a:lnTo>
                  <a:lnTo>
                    <a:pt x="1505403" y="4591010"/>
                  </a:lnTo>
                  <a:lnTo>
                    <a:pt x="1548263" y="4607446"/>
                  </a:lnTo>
                  <a:lnTo>
                    <a:pt x="1591516" y="4623074"/>
                  </a:lnTo>
                  <a:lnTo>
                    <a:pt x="1635154" y="4637885"/>
                  </a:lnTo>
                  <a:lnTo>
                    <a:pt x="1679166" y="4651870"/>
                  </a:lnTo>
                  <a:lnTo>
                    <a:pt x="1723544" y="4665019"/>
                  </a:lnTo>
                  <a:lnTo>
                    <a:pt x="1768279" y="4677324"/>
                  </a:lnTo>
                  <a:lnTo>
                    <a:pt x="1813360" y="4688775"/>
                  </a:lnTo>
                  <a:lnTo>
                    <a:pt x="1858780" y="4699362"/>
                  </a:lnTo>
                  <a:lnTo>
                    <a:pt x="1904529" y="4709077"/>
                  </a:lnTo>
                  <a:lnTo>
                    <a:pt x="1950597" y="4717911"/>
                  </a:lnTo>
                  <a:lnTo>
                    <a:pt x="1996976" y="4725854"/>
                  </a:lnTo>
                  <a:lnTo>
                    <a:pt x="2043655" y="4732897"/>
                  </a:lnTo>
                  <a:lnTo>
                    <a:pt x="2090627" y="4739031"/>
                  </a:lnTo>
                  <a:lnTo>
                    <a:pt x="2137882" y="4744247"/>
                  </a:lnTo>
                  <a:lnTo>
                    <a:pt x="2185410" y="4748535"/>
                  </a:lnTo>
                  <a:lnTo>
                    <a:pt x="2233203" y="4751886"/>
                  </a:lnTo>
                  <a:lnTo>
                    <a:pt x="2281250" y="4754291"/>
                  </a:lnTo>
                  <a:lnTo>
                    <a:pt x="2329544" y="4755740"/>
                  </a:lnTo>
                  <a:lnTo>
                    <a:pt x="2378075" y="4756226"/>
                  </a:lnTo>
                  <a:lnTo>
                    <a:pt x="2426600" y="4755740"/>
                  </a:lnTo>
                  <a:lnTo>
                    <a:pt x="2474890" y="4754291"/>
                  </a:lnTo>
                  <a:lnTo>
                    <a:pt x="2522933" y="4751886"/>
                  </a:lnTo>
                  <a:lnTo>
                    <a:pt x="2570722" y="4748535"/>
                  </a:lnTo>
                  <a:lnTo>
                    <a:pt x="2618246" y="4744247"/>
                  </a:lnTo>
                  <a:lnTo>
                    <a:pt x="2665498" y="4739031"/>
                  </a:lnTo>
                  <a:lnTo>
                    <a:pt x="2712466" y="4732897"/>
                  </a:lnTo>
                  <a:lnTo>
                    <a:pt x="2759143" y="4725854"/>
                  </a:lnTo>
                  <a:lnTo>
                    <a:pt x="2805519" y="4717911"/>
                  </a:lnTo>
                  <a:lnTo>
                    <a:pt x="2851584" y="4709077"/>
                  </a:lnTo>
                  <a:lnTo>
                    <a:pt x="2897330" y="4699362"/>
                  </a:lnTo>
                  <a:lnTo>
                    <a:pt x="2942748" y="4688775"/>
                  </a:lnTo>
                  <a:lnTo>
                    <a:pt x="2987827" y="4677324"/>
                  </a:lnTo>
                  <a:lnTo>
                    <a:pt x="3032560" y="4665019"/>
                  </a:lnTo>
                  <a:lnTo>
                    <a:pt x="3076936" y="4651870"/>
                  </a:lnTo>
                  <a:lnTo>
                    <a:pt x="3120947" y="4637885"/>
                  </a:lnTo>
                  <a:lnTo>
                    <a:pt x="3164583" y="4623074"/>
                  </a:lnTo>
                  <a:lnTo>
                    <a:pt x="3207835" y="4607446"/>
                  </a:lnTo>
                  <a:lnTo>
                    <a:pt x="3250693" y="4591010"/>
                  </a:lnTo>
                  <a:lnTo>
                    <a:pt x="3293150" y="4573776"/>
                  </a:lnTo>
                  <a:lnTo>
                    <a:pt x="3335195" y="4555752"/>
                  </a:lnTo>
                  <a:lnTo>
                    <a:pt x="3376819" y="4536948"/>
                  </a:lnTo>
                  <a:lnTo>
                    <a:pt x="3418013" y="4517373"/>
                  </a:lnTo>
                  <a:lnTo>
                    <a:pt x="3458768" y="4497036"/>
                  </a:lnTo>
                  <a:lnTo>
                    <a:pt x="3499074" y="4475946"/>
                  </a:lnTo>
                  <a:lnTo>
                    <a:pt x="3538923" y="4454114"/>
                  </a:lnTo>
                  <a:lnTo>
                    <a:pt x="3578304" y="4431547"/>
                  </a:lnTo>
                  <a:lnTo>
                    <a:pt x="3617210" y="4408255"/>
                  </a:lnTo>
                  <a:lnTo>
                    <a:pt x="3655631" y="4384248"/>
                  </a:lnTo>
                  <a:lnTo>
                    <a:pt x="3693556" y="4359534"/>
                  </a:lnTo>
                  <a:lnTo>
                    <a:pt x="3730978" y="4334123"/>
                  </a:lnTo>
                  <a:lnTo>
                    <a:pt x="3767888" y="4308024"/>
                  </a:lnTo>
                  <a:lnTo>
                    <a:pt x="3804275" y="4281246"/>
                  </a:lnTo>
                  <a:lnTo>
                    <a:pt x="3840130" y="4253798"/>
                  </a:lnTo>
                  <a:lnTo>
                    <a:pt x="3875445" y="4225690"/>
                  </a:lnTo>
                  <a:lnTo>
                    <a:pt x="3910210" y="4196931"/>
                  </a:lnTo>
                  <a:lnTo>
                    <a:pt x="3944416" y="4167530"/>
                  </a:lnTo>
                  <a:lnTo>
                    <a:pt x="3978054" y="4137496"/>
                  </a:lnTo>
                  <a:lnTo>
                    <a:pt x="4011114" y="4106839"/>
                  </a:lnTo>
                  <a:lnTo>
                    <a:pt x="4043588" y="4075567"/>
                  </a:lnTo>
                  <a:lnTo>
                    <a:pt x="4075466" y="4043690"/>
                  </a:lnTo>
                  <a:lnTo>
                    <a:pt x="4106739" y="4011217"/>
                  </a:lnTo>
                  <a:lnTo>
                    <a:pt x="4137397" y="3978158"/>
                  </a:lnTo>
                  <a:lnTo>
                    <a:pt x="4167432" y="3944521"/>
                  </a:lnTo>
                  <a:lnTo>
                    <a:pt x="4196834" y="3910316"/>
                  </a:lnTo>
                  <a:lnTo>
                    <a:pt x="4225594" y="3875552"/>
                  </a:lnTo>
                  <a:lnTo>
                    <a:pt x="4253703" y="3840238"/>
                  </a:lnTo>
                  <a:lnTo>
                    <a:pt x="4281151" y="3804383"/>
                  </a:lnTo>
                  <a:lnTo>
                    <a:pt x="4307930" y="3767997"/>
                  </a:lnTo>
                  <a:lnTo>
                    <a:pt x="4334030" y="3731089"/>
                  </a:lnTo>
                  <a:lnTo>
                    <a:pt x="4359442" y="3693668"/>
                  </a:lnTo>
                  <a:lnTo>
                    <a:pt x="4384157" y="3655743"/>
                  </a:lnTo>
                  <a:lnTo>
                    <a:pt x="4408165" y="3617323"/>
                  </a:lnTo>
                  <a:lnTo>
                    <a:pt x="4431458" y="3578418"/>
                  </a:lnTo>
                  <a:lnTo>
                    <a:pt x="4454025" y="3539037"/>
                  </a:lnTo>
                  <a:lnTo>
                    <a:pt x="4475859" y="3499189"/>
                  </a:lnTo>
                  <a:lnTo>
                    <a:pt x="4496949" y="3458884"/>
                  </a:lnTo>
                  <a:lnTo>
                    <a:pt x="4517286" y="3418130"/>
                  </a:lnTo>
                  <a:lnTo>
                    <a:pt x="4536862" y="3376937"/>
                  </a:lnTo>
                  <a:lnTo>
                    <a:pt x="4555667" y="3335313"/>
                  </a:lnTo>
                  <a:lnTo>
                    <a:pt x="4573692" y="3293269"/>
                  </a:lnTo>
                  <a:lnTo>
                    <a:pt x="4590927" y="3250813"/>
                  </a:lnTo>
                  <a:lnTo>
                    <a:pt x="4607363" y="3207955"/>
                  </a:lnTo>
                  <a:lnTo>
                    <a:pt x="4622992" y="3164704"/>
                  </a:lnTo>
                  <a:lnTo>
                    <a:pt x="4637804" y="3121069"/>
                  </a:lnTo>
                  <a:lnTo>
                    <a:pt x="4651789" y="3077058"/>
                  </a:lnTo>
                  <a:lnTo>
                    <a:pt x="4664939" y="3032683"/>
                  </a:lnTo>
                  <a:lnTo>
                    <a:pt x="4677244" y="2987951"/>
                  </a:lnTo>
                  <a:lnTo>
                    <a:pt x="4688695" y="2942872"/>
                  </a:lnTo>
                  <a:lnTo>
                    <a:pt x="4699283" y="2897455"/>
                  </a:lnTo>
                  <a:lnTo>
                    <a:pt x="4708999" y="2851709"/>
                  </a:lnTo>
                  <a:lnTo>
                    <a:pt x="4717833" y="2805644"/>
                  </a:lnTo>
                  <a:lnTo>
                    <a:pt x="4725777" y="2759269"/>
                  </a:lnTo>
                  <a:lnTo>
                    <a:pt x="4732820" y="2712592"/>
                  </a:lnTo>
                  <a:lnTo>
                    <a:pt x="4738954" y="2665624"/>
                  </a:lnTo>
                  <a:lnTo>
                    <a:pt x="4744170" y="2618373"/>
                  </a:lnTo>
                  <a:lnTo>
                    <a:pt x="4748458" y="2570849"/>
                  </a:lnTo>
                  <a:lnTo>
                    <a:pt x="4751809" y="2523060"/>
                  </a:lnTo>
                  <a:lnTo>
                    <a:pt x="4754214" y="2475017"/>
                  </a:lnTo>
                  <a:lnTo>
                    <a:pt x="4755664" y="2426727"/>
                  </a:lnTo>
                  <a:lnTo>
                    <a:pt x="4756150" y="2378202"/>
                  </a:lnTo>
                  <a:lnTo>
                    <a:pt x="4755664" y="2329671"/>
                  </a:lnTo>
                  <a:lnTo>
                    <a:pt x="4754214" y="2281377"/>
                  </a:lnTo>
                  <a:lnTo>
                    <a:pt x="4751809" y="2233329"/>
                  </a:lnTo>
                  <a:lnTo>
                    <a:pt x="4748458" y="2185536"/>
                  </a:lnTo>
                  <a:lnTo>
                    <a:pt x="4744170" y="2138007"/>
                  </a:lnTo>
                  <a:lnTo>
                    <a:pt x="4738954" y="2090752"/>
                  </a:lnTo>
                  <a:lnTo>
                    <a:pt x="4732820" y="2043780"/>
                  </a:lnTo>
                  <a:lnTo>
                    <a:pt x="4725777" y="1997099"/>
                  </a:lnTo>
                  <a:lnTo>
                    <a:pt x="4717833" y="1950720"/>
                  </a:lnTo>
                  <a:lnTo>
                    <a:pt x="4708999" y="1904650"/>
                  </a:lnTo>
                  <a:lnTo>
                    <a:pt x="4699283" y="1858901"/>
                  </a:lnTo>
                  <a:lnTo>
                    <a:pt x="4688695" y="1813480"/>
                  </a:lnTo>
                  <a:lnTo>
                    <a:pt x="4677244" y="1768397"/>
                  </a:lnTo>
                  <a:lnTo>
                    <a:pt x="4664939" y="1723661"/>
                  </a:lnTo>
                  <a:lnTo>
                    <a:pt x="4651789" y="1679282"/>
                  </a:lnTo>
                  <a:lnTo>
                    <a:pt x="4637804" y="1635268"/>
                  </a:lnTo>
                  <a:lnTo>
                    <a:pt x="4622992" y="1591629"/>
                  </a:lnTo>
                  <a:lnTo>
                    <a:pt x="4607363" y="1548374"/>
                  </a:lnTo>
                  <a:lnTo>
                    <a:pt x="4590927" y="1505512"/>
                  </a:lnTo>
                  <a:lnTo>
                    <a:pt x="4573692" y="1463053"/>
                  </a:lnTo>
                  <a:lnTo>
                    <a:pt x="4555667" y="1421006"/>
                  </a:lnTo>
                  <a:lnTo>
                    <a:pt x="4536862" y="1379379"/>
                  </a:lnTo>
                  <a:lnTo>
                    <a:pt x="4517286" y="1338183"/>
                  </a:lnTo>
                  <a:lnTo>
                    <a:pt x="4496949" y="1297426"/>
                  </a:lnTo>
                  <a:lnTo>
                    <a:pt x="4475859" y="1257117"/>
                  </a:lnTo>
                  <a:lnTo>
                    <a:pt x="4454025" y="1217266"/>
                  </a:lnTo>
                  <a:lnTo>
                    <a:pt x="4431458" y="1177882"/>
                  </a:lnTo>
                  <a:lnTo>
                    <a:pt x="4408165" y="1138974"/>
                  </a:lnTo>
                  <a:lnTo>
                    <a:pt x="4384157" y="1100552"/>
                  </a:lnTo>
                  <a:lnTo>
                    <a:pt x="4359442" y="1062624"/>
                  </a:lnTo>
                  <a:lnTo>
                    <a:pt x="4334030" y="1025200"/>
                  </a:lnTo>
                  <a:lnTo>
                    <a:pt x="4307930" y="988290"/>
                  </a:lnTo>
                  <a:lnTo>
                    <a:pt x="4281151" y="951901"/>
                  </a:lnTo>
                  <a:lnTo>
                    <a:pt x="4253703" y="916044"/>
                  </a:lnTo>
                  <a:lnTo>
                    <a:pt x="4225594" y="880727"/>
                  </a:lnTo>
                  <a:lnTo>
                    <a:pt x="4196834" y="845961"/>
                  </a:lnTo>
                  <a:lnTo>
                    <a:pt x="4167432" y="811753"/>
                  </a:lnTo>
                  <a:lnTo>
                    <a:pt x="4137397" y="778114"/>
                  </a:lnTo>
                  <a:lnTo>
                    <a:pt x="4106739" y="745052"/>
                  </a:lnTo>
                  <a:lnTo>
                    <a:pt x="4075466" y="712577"/>
                  </a:lnTo>
                  <a:lnTo>
                    <a:pt x="4043588" y="680698"/>
                  </a:lnTo>
                  <a:lnTo>
                    <a:pt x="4011114" y="649425"/>
                  </a:lnTo>
                  <a:lnTo>
                    <a:pt x="3978054" y="618765"/>
                  </a:lnTo>
                  <a:lnTo>
                    <a:pt x="3944416" y="588729"/>
                  </a:lnTo>
                  <a:lnTo>
                    <a:pt x="3910210" y="559326"/>
                  </a:lnTo>
                  <a:lnTo>
                    <a:pt x="3875445" y="530565"/>
                  </a:lnTo>
                  <a:lnTo>
                    <a:pt x="3840130" y="502456"/>
                  </a:lnTo>
                  <a:lnTo>
                    <a:pt x="3804275" y="475006"/>
                  </a:lnTo>
                  <a:lnTo>
                    <a:pt x="3767888" y="448227"/>
                  </a:lnTo>
                  <a:lnTo>
                    <a:pt x="3730978" y="422126"/>
                  </a:lnTo>
                  <a:lnTo>
                    <a:pt x="3693556" y="396713"/>
                  </a:lnTo>
                  <a:lnTo>
                    <a:pt x="3655631" y="371998"/>
                  </a:lnTo>
                  <a:lnTo>
                    <a:pt x="3617210" y="347989"/>
                  </a:lnTo>
                  <a:lnTo>
                    <a:pt x="3578304" y="324696"/>
                  </a:lnTo>
                  <a:lnTo>
                    <a:pt x="3538923" y="302128"/>
                  </a:lnTo>
                  <a:lnTo>
                    <a:pt x="3499074" y="280294"/>
                  </a:lnTo>
                  <a:lnTo>
                    <a:pt x="3458768" y="259204"/>
                  </a:lnTo>
                  <a:lnTo>
                    <a:pt x="3418013" y="238866"/>
                  </a:lnTo>
                  <a:lnTo>
                    <a:pt x="3376819" y="219289"/>
                  </a:lnTo>
                  <a:lnTo>
                    <a:pt x="3335195" y="200484"/>
                  </a:lnTo>
                  <a:lnTo>
                    <a:pt x="3293150" y="182459"/>
                  </a:lnTo>
                  <a:lnTo>
                    <a:pt x="3250693" y="165224"/>
                  </a:lnTo>
                  <a:lnTo>
                    <a:pt x="3207835" y="148787"/>
                  </a:lnTo>
                  <a:lnTo>
                    <a:pt x="3164583" y="133158"/>
                  </a:lnTo>
                  <a:lnTo>
                    <a:pt x="3120947" y="118346"/>
                  </a:lnTo>
                  <a:lnTo>
                    <a:pt x="3076936" y="104361"/>
                  </a:lnTo>
                  <a:lnTo>
                    <a:pt x="3032560" y="91211"/>
                  </a:lnTo>
                  <a:lnTo>
                    <a:pt x="2987827" y="78905"/>
                  </a:lnTo>
                  <a:lnTo>
                    <a:pt x="2942748" y="67454"/>
                  </a:lnTo>
                  <a:lnTo>
                    <a:pt x="2897330" y="56866"/>
                  </a:lnTo>
                  <a:lnTo>
                    <a:pt x="2851584" y="47150"/>
                  </a:lnTo>
                  <a:lnTo>
                    <a:pt x="2805519" y="38316"/>
                  </a:lnTo>
                  <a:lnTo>
                    <a:pt x="2759143" y="30372"/>
                  </a:lnTo>
                  <a:lnTo>
                    <a:pt x="2712466" y="23329"/>
                  </a:lnTo>
                  <a:lnTo>
                    <a:pt x="2665498" y="17195"/>
                  </a:lnTo>
                  <a:lnTo>
                    <a:pt x="2618246" y="11979"/>
                  </a:lnTo>
                  <a:lnTo>
                    <a:pt x="2570722" y="7691"/>
                  </a:lnTo>
                  <a:lnTo>
                    <a:pt x="2522933" y="4340"/>
                  </a:lnTo>
                  <a:lnTo>
                    <a:pt x="2474890" y="1935"/>
                  </a:lnTo>
                  <a:lnTo>
                    <a:pt x="2426600" y="485"/>
                  </a:lnTo>
                  <a:lnTo>
                    <a:pt x="2378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" name="Google Shape;5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20611" y="2351659"/>
              <a:ext cx="3737102" cy="21690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661212" y="1796923"/>
            <a:ext cx="41238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D0D0D"/>
                </a:solidFill>
              </a:rPr>
              <a:t>Fixação de conteúdos</a:t>
            </a:r>
            <a:endParaRPr sz="2800">
              <a:solidFill>
                <a:srgbClr val="0D0D0D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D0D0D"/>
              </a:solidFill>
            </a:endParaRPr>
          </a:p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Char char="•"/>
            </a:pPr>
            <a:r>
              <a:rPr lang="en-US" sz="2800">
                <a:solidFill>
                  <a:srgbClr val="0D0D0D"/>
                </a:solidFill>
              </a:rPr>
              <a:t>Exercícios</a:t>
            </a:r>
            <a:endParaRPr sz="2800">
              <a:solidFill>
                <a:srgbClr val="0D0D0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680415" y="418541"/>
            <a:ext cx="90882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Break/Continue</a:t>
            </a: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691725" y="1245275"/>
            <a:ext cx="40290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23215" rtl="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609600" y="1577340"/>
            <a:ext cx="5303400" cy="47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Em Dart, </a:t>
            </a:r>
            <a:r>
              <a:rPr b="1" lang="en-US" sz="2700">
                <a:latin typeface="Consolas"/>
                <a:ea typeface="Consolas"/>
                <a:cs typeface="Consolas"/>
                <a:sym typeface="Consolas"/>
              </a:rPr>
              <a:t>break </a:t>
            </a:r>
            <a:r>
              <a:rPr lang="en-US" sz="2700"/>
              <a:t>e </a:t>
            </a:r>
            <a:r>
              <a:rPr b="1" lang="en-US" sz="2700">
                <a:latin typeface="Consolas"/>
                <a:ea typeface="Consolas"/>
                <a:cs typeface="Consolas"/>
                <a:sym typeface="Consolas"/>
              </a:rPr>
              <a:t>continue </a:t>
            </a:r>
            <a:r>
              <a:rPr lang="en-US" sz="2700"/>
              <a:t>são comandos usados para controlar o fluxo dentro de laços de repetição (como </a:t>
            </a:r>
            <a:r>
              <a:rPr b="1" lang="en-US" sz="2700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700"/>
              <a:t>, </a:t>
            </a:r>
            <a:r>
              <a:rPr b="1" lang="en-US" sz="2700"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2700"/>
              <a:t>, e </a:t>
            </a:r>
            <a:r>
              <a:rPr b="1" lang="en-US" sz="2700">
                <a:latin typeface="Consolas"/>
                <a:ea typeface="Consolas"/>
                <a:cs typeface="Consolas"/>
                <a:sym typeface="Consolas"/>
              </a:rPr>
              <a:t>do-while</a:t>
            </a:r>
            <a:r>
              <a:rPr lang="en-US" sz="2700"/>
              <a:t>). O comando </a:t>
            </a:r>
            <a:r>
              <a:rPr b="1" lang="en-US" sz="2700">
                <a:latin typeface="Consolas"/>
                <a:ea typeface="Consolas"/>
                <a:cs typeface="Consolas"/>
                <a:sym typeface="Consolas"/>
              </a:rPr>
              <a:t>break </a:t>
            </a:r>
            <a:r>
              <a:rPr lang="en-US" sz="2700"/>
              <a:t>é usado para sair completamente de um laço, enquanto </a:t>
            </a:r>
            <a:r>
              <a:rPr b="1" lang="en-US" sz="2700">
                <a:latin typeface="Consolas"/>
                <a:ea typeface="Consolas"/>
                <a:cs typeface="Consolas"/>
                <a:sym typeface="Consolas"/>
              </a:rPr>
              <a:t>continue </a:t>
            </a:r>
            <a:r>
              <a:rPr lang="en-US" sz="2700"/>
              <a:t>pula para a próxima iteração do laço.</a:t>
            </a:r>
            <a:endParaRPr sz="2600"/>
          </a:p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6888601" y="847625"/>
            <a:ext cx="3962100" cy="54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int i=0; 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28067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while(true){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285115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if(i==100){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361315" rtl="0" algn="l"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133985" lvl="0" marL="323215" marR="470534" rtl="0" algn="l">
              <a:lnSpc>
                <a:spcPct val="1346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133985" lvl="0" marL="323215" marR="470534" rtl="0" algn="l">
              <a:lnSpc>
                <a:spcPct val="1346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if(i==10){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i++;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358140" lvl="0" marL="556260" rtl="0" algn="l">
              <a:spcBef>
                <a:spcPts val="101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133985" lvl="0" marL="323215" rtl="0" algn="l"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23215" rtl="0" algn="l"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print(i);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23215" rtl="0" algn="l">
              <a:spcBef>
                <a:spcPts val="101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i++; }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" name="Google Shape;66;p9"/>
          <p:cNvCxnSpPr/>
          <p:nvPr/>
        </p:nvCxnSpPr>
        <p:spPr>
          <a:xfrm>
            <a:off x="6493950" y="810275"/>
            <a:ext cx="0" cy="554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- While</a:t>
            </a:r>
            <a:endParaRPr/>
          </a:p>
        </p:txBody>
      </p:sp>
      <p:sp>
        <p:nvSpPr>
          <p:cNvPr id="72" name="Google Shape;72;p10"/>
          <p:cNvSpPr txBox="1"/>
          <p:nvPr/>
        </p:nvSpPr>
        <p:spPr>
          <a:xfrm>
            <a:off x="661212" y="1582953"/>
            <a:ext cx="10614600" cy="48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9535" lvl="0" marL="127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O </a:t>
            </a:r>
            <a:r>
              <a:rPr lang="en-US" sz="28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while </a:t>
            </a:r>
            <a:r>
              <a:rPr lang="en-US" sz="28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é uma estrutura de repetição que permite executar um determinado  bloco  de  código  enquanto  uma  condição  for verdadeira. É muito similar ao </a:t>
            </a:r>
            <a:r>
              <a:rPr lang="en-US" sz="28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8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, com a diferença que o bloco será executado enquanto a condição for verdadeira, e não se a condição for verdadeira.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954655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while (condição)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954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239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//comandos;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954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A40A8F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- While</a:t>
            </a:r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1145553" y="2011125"/>
            <a:ext cx="5818200" cy="3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onsolas"/>
                <a:ea typeface="Consolas"/>
                <a:cs typeface="Consolas"/>
                <a:sym typeface="Consolas"/>
              </a:rPr>
              <a:t>int numero = 0;</a:t>
            </a:r>
            <a:endParaRPr sz="3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onsolas"/>
                <a:ea typeface="Consolas"/>
                <a:cs typeface="Consolas"/>
                <a:sym typeface="Consolas"/>
              </a:rPr>
              <a:t>while (numero &lt;= 10) {</a:t>
            </a:r>
            <a:endParaRPr sz="3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5080" rtl="0" algn="l">
              <a:lnSpc>
                <a:spcPct val="17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onsolas"/>
                <a:ea typeface="Consolas"/>
                <a:cs typeface="Consolas"/>
                <a:sym typeface="Consolas"/>
              </a:rPr>
              <a:t>print(numero);</a:t>
            </a:r>
            <a:endParaRPr sz="3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5080" rtl="0" algn="l">
              <a:lnSpc>
                <a:spcPct val="17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onsolas"/>
                <a:ea typeface="Consolas"/>
                <a:cs typeface="Consolas"/>
                <a:sym typeface="Consolas"/>
              </a:rPr>
              <a:t>numero++;</a:t>
            </a:r>
            <a:endParaRPr sz="3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5080" rtl="0" algn="l">
              <a:lnSpc>
                <a:spcPct val="17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3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ctrTitle"/>
          </p:nvPr>
        </p:nvSpPr>
        <p:spPr>
          <a:xfrm>
            <a:off x="680415" y="418541"/>
            <a:ext cx="238696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84" name="Google Shape;84;p12"/>
          <p:cNvSpPr txBox="1"/>
          <p:nvPr/>
        </p:nvSpPr>
        <p:spPr>
          <a:xfrm>
            <a:off x="661212" y="1582953"/>
            <a:ext cx="106122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Solicite para o usuário	um número e apresente os números pares desse intervalo.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680415" y="418541"/>
            <a:ext cx="238696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80425" y="1300950"/>
            <a:ext cx="9524400" cy="5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2405" marR="1362710" rtl="0" algn="l">
              <a:lnSpc>
                <a:spcPct val="1938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int numero, x = 0; print("Digite um número:");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2405" marR="5080" rtl="0" algn="l">
              <a:lnSpc>
                <a:spcPct val="194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numero = int.parse(stdin.readLineSync()!); 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2405" marR="5080" rtl="0" algn="l">
              <a:lnSpc>
                <a:spcPct val="194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while (x &lt;= numero) {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73380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if (x % 2 == 0) {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54990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print(x);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73380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73380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x++;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2405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680415" y="418541"/>
            <a:ext cx="90882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Treino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1212" y="1623796"/>
            <a:ext cx="10614000" cy="4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Você deve criar um programa que permita ao usuário interagir através de um menu no console. O programa deve cumprir as seguintes especificações: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1714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Menu de Opções: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2250" lvl="0" marL="226060" rtl="0" algn="just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SzPts val="1850"/>
              <a:buFont typeface="Trebuchet MS"/>
              <a:buAutoNum type="arabicPlain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Exibir uma mensagem.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37490" lvl="0" marL="250190" rtl="0" algn="just">
              <a:lnSpc>
                <a:spcPct val="100000"/>
              </a:lnSpc>
              <a:spcBef>
                <a:spcPts val="1714"/>
              </a:spcBef>
              <a:spcAft>
                <a:spcPts val="0"/>
              </a:spcAft>
              <a:buSzPts val="1850"/>
              <a:buFont typeface="Trebuchet MS"/>
              <a:buAutoNum type="arabicPlain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Contar até 10.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1300" lvl="0" marL="254000" rtl="0" algn="just">
              <a:lnSpc>
                <a:spcPct val="100000"/>
              </a:lnSpc>
              <a:spcBef>
                <a:spcPts val="1714"/>
              </a:spcBef>
              <a:spcAft>
                <a:spcPts val="0"/>
              </a:spcAft>
              <a:buSzPts val="1850"/>
              <a:buFont typeface="Trebuchet MS"/>
              <a:buAutoNum type="arabicPlain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Sair do programa.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3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3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O programa deve permitir até 3 tentativas para escolha de opção válida. Após o terceiro erro, o programa deve exibir uma mensagem informando que o número máximo de tentativas foi atingido e encerrar a execução. (utilize </a:t>
            </a:r>
            <a:r>
              <a:rPr b="1" lang="en-US" sz="2000">
                <a:latin typeface="Trebuchet MS"/>
                <a:ea typeface="Trebuchet MS"/>
                <a:cs typeface="Trebuchet MS"/>
                <a:sym typeface="Trebuchet MS"/>
              </a:rPr>
              <a:t>while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 e </a:t>
            </a:r>
            <a:r>
              <a:rPr b="1" lang="en-US" sz="2000">
                <a:latin typeface="Trebuchet MS"/>
                <a:ea typeface="Trebuchet MS"/>
                <a:cs typeface="Trebuchet MS"/>
                <a:sym typeface="Trebuchet MS"/>
              </a:rPr>
              <a:t>switch-case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–do..while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61212" y="1582953"/>
            <a:ext cx="10613390" cy="258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9535" lvl="0" marL="127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O do/while é uma estrutura de repetição que terá quase o mesmo  funcionamento  que  a  estrutura  de  repetição  while, porém, a diferença entre eles é que no do/while o comando será executado ao menos uma única vez.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–do..while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680423" y="1411275"/>
            <a:ext cx="4627500" cy="45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var numero=14;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81610" rtl="0" algn="l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do {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7640" lvl="0" marL="433070" marR="128905" rtl="0" algn="l">
              <a:lnSpc>
                <a:spcPct val="194615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if (numero % 2 == 0) { print(numero);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1935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numero++;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5885" rtl="0" algn="l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} while (numero &lt;= 10);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680415" y="418541"/>
            <a:ext cx="90882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890422" y="1519063"/>
            <a:ext cx="103872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ao usuário uma senha e use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do-while</a:t>
            </a:r>
            <a:r>
              <a:rPr lang="en-US"/>
              <a:t> para repetir a solicitação até que a senha digitada seja </a:t>
            </a:r>
            <a:r>
              <a:rPr b="1" lang="en-US"/>
              <a:t>"Dart123"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680415" y="418541"/>
            <a:ext cx="90882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890422" y="1519063"/>
            <a:ext cx="10387200" cy="47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import 'dart:io';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String senha;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do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print("Digite a senha:");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senha = stdin.readLineSync()!;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} while (senha != "Dart123");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print("Acesso permitido!");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680415" y="418541"/>
            <a:ext cx="90882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Treino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90422" y="1519063"/>
            <a:ext cx="10387200" cy="43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Faça um programa que peça ao usuário uma quantidade indeterminada de notas (entre 0 e 10) e calcule a média. O programa deve continuar pedindo notas até que o usuário digite um valor negativo (condição de saída). Use um loop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do-while</a:t>
            </a:r>
            <a:r>
              <a:rPr lang="en-US"/>
              <a:t> e valide se a nota está dentro do intervalo permitido.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Obs.: Digite as saídas necessárias para orientar o usuário.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- For</a:t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661212" y="1796923"/>
            <a:ext cx="4577715" cy="230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Três características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733425" rtl="0" algn="l">
              <a:lnSpc>
                <a:spcPct val="100000"/>
              </a:lnSpc>
              <a:spcBef>
                <a:spcPts val="2045"/>
              </a:spcBef>
              <a:spcAft>
                <a:spcPts val="0"/>
              </a:spcAft>
              <a:buSzPts val="2400"/>
              <a:buFont typeface="Trebuchet MS"/>
              <a:buAutoNum type="arabicPeriod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Valor Inicial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3370" lvl="0" marL="762635" rtl="0" algn="l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SzPts val="2400"/>
              <a:buFont typeface="Trebuchet MS"/>
              <a:buAutoNum type="arabicPeriod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Valor limite/teste lógico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767715" rtl="0" algn="l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SzPts val="2400"/>
              <a:buFont typeface="Trebuchet MS"/>
              <a:buAutoNum type="arabicPeriod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Incremento/Passo a Passo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680435" y="4572007"/>
            <a:ext cx="40176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19125" lvl="0" marL="6311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for(int x=0;x&lt;10;x++){ print(x);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217804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680415" y="418541"/>
            <a:ext cx="908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Estrutura de Repetição - For</a:t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751125" y="1796925"/>
            <a:ext cx="9711900" cy="4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for (int numero = 1; numero &lt;= 10; numero++){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-181610" lvl="0" marL="464820" marR="3645535" rtl="0" algn="l">
              <a:lnSpc>
                <a:spcPct val="216071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if (numero % 2 == 0){ print(numero);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-181610" lvl="0" marL="464820" marR="3645535" rtl="0" algn="l">
              <a:lnSpc>
                <a:spcPct val="216071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680415" y="418541"/>
            <a:ext cx="90882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Treino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890422" y="1519063"/>
            <a:ext cx="10387200" cy="49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Escreva um programa que solicite ao usuário dois números (início e fim) e imprima todos os </a:t>
            </a:r>
            <a:r>
              <a:rPr lang="en-US" u="sng"/>
              <a:t>números primos</a:t>
            </a:r>
            <a:r>
              <a:rPr lang="en-US"/>
              <a:t> dentro desse intervalo (incluindo os extremos, se forem primos). Use um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loop </a:t>
            </a:r>
            <a:r>
              <a:rPr lang="en-US"/>
              <a:t>for para percorrer o intervalo e verifique a primalidade de cada número.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Obs.: </a:t>
            </a:r>
            <a:r>
              <a:rPr lang="en-US"/>
              <a:t>Um número primo é um número inteiro maior que 1, que possui apenas dois divisores distintos: 1 e ele mesmo.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680415" y="418541"/>
            <a:ext cx="90882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Exercício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890422" y="1519063"/>
            <a:ext cx="10387200" cy="4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401320" lvl="0" marL="414020" marR="8255" rtl="0" algn="just">
              <a:lnSpc>
                <a:spcPct val="105000"/>
              </a:lnSpc>
              <a:spcBef>
                <a:spcPts val="198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AutoNum type="arabicParenR"/>
            </a:pPr>
            <a:r>
              <a:rPr lang="en-US"/>
              <a:t>Use um loop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while </a:t>
            </a:r>
            <a:r>
              <a:rPr lang="en-US"/>
              <a:t>para calcular e imprimir a soma dos números de 1 a 100.</a:t>
            </a:r>
            <a:endParaRPr/>
          </a:p>
          <a:p>
            <a:pPr indent="-401320" lvl="0" marL="414020" marR="8255" rtl="0" algn="just">
              <a:lnSpc>
                <a:spcPct val="105000"/>
              </a:lnSpc>
              <a:spcBef>
                <a:spcPts val="198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AutoNum type="arabicParenR"/>
            </a:pPr>
            <a:r>
              <a:rPr lang="en-US"/>
              <a:t>Use um loop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do-while</a:t>
            </a:r>
            <a:r>
              <a:rPr lang="en-US"/>
              <a:t> para imprimir os números pares de 0 a 20.</a:t>
            </a:r>
            <a:endParaRPr/>
          </a:p>
          <a:p>
            <a:pPr indent="-401320" lvl="0" marL="414020" marR="8255" rtl="0" algn="just">
              <a:lnSpc>
                <a:spcPct val="105000"/>
              </a:lnSpc>
              <a:spcBef>
                <a:spcPts val="198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AutoNum type="arabicParenR"/>
            </a:pPr>
            <a:r>
              <a:rPr lang="en-US"/>
              <a:t>Peça ao usuário um número e use um loop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-US"/>
              <a:t>para exibir sua tabuada de 1 a 10.</a:t>
            </a:r>
            <a:endParaRPr/>
          </a:p>
          <a:p>
            <a:pPr indent="-401320" lvl="0" marL="414020" marR="8255" rtl="0" algn="just">
              <a:lnSpc>
                <a:spcPct val="105000"/>
              </a:lnSpc>
              <a:spcBef>
                <a:spcPts val="198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AutoNum type="arabicParenR"/>
            </a:pPr>
            <a:r>
              <a:rPr lang="en-US"/>
              <a:t>Peça um número ao usuário e calcule seu fatorial usando um loop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/>
              <a:t>. Ex.: 5!= 5*4*3*2*1 = 120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