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/>
          <a:lstStyle/>
          <a:p>
            <a:r>
              <a:rPr lang="pt-BR" b="1" dirty="0"/>
              <a:t> </a:t>
            </a:r>
            <a:r>
              <a:rPr lang="pt-BR" sz="4800" b="1" dirty="0"/>
              <a:t>Desenvolvimento de Aplicações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A2E9-322D-B167-C944-5BB76796C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e Configurando o </a:t>
            </a:r>
            <a:r>
              <a:rPr lang="pt-BR" dirty="0" err="1"/>
              <a:t>Git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953749-19CC-F1F5-F389-541D661A1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# Verificar se o </a:t>
            </a:r>
            <a:r>
              <a:rPr lang="pt-BR" dirty="0" err="1"/>
              <a:t>Git</a:t>
            </a:r>
            <a:r>
              <a:rPr lang="pt-BR" dirty="0"/>
              <a:t> está instalado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--</a:t>
            </a:r>
            <a:r>
              <a:rPr lang="pt-BR" b="1" dirty="0" err="1"/>
              <a:t>version</a:t>
            </a:r>
            <a:endParaRPr lang="pt-BR" b="1" dirty="0"/>
          </a:p>
          <a:p>
            <a:pPr>
              <a:spcBef>
                <a:spcPts val="0"/>
              </a:spcBef>
            </a:pPr>
            <a:endParaRPr lang="pt-BR" dirty="0"/>
          </a:p>
          <a:p>
            <a:pPr>
              <a:spcBef>
                <a:spcPts val="0"/>
              </a:spcBef>
            </a:pPr>
            <a:r>
              <a:rPr lang="pt-BR" dirty="0"/>
              <a:t># Configurar nome e e-mail (identificação dos </a:t>
            </a:r>
            <a:r>
              <a:rPr lang="pt-BR" dirty="0" err="1"/>
              <a:t>commits</a:t>
            </a:r>
            <a:r>
              <a:rPr lang="pt-BR" dirty="0"/>
              <a:t>)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config</a:t>
            </a:r>
            <a:r>
              <a:rPr lang="pt-BR" b="1" dirty="0"/>
              <a:t> --global user.name "Seu Nome"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config</a:t>
            </a:r>
            <a:r>
              <a:rPr lang="pt-BR" b="1" dirty="0"/>
              <a:t> --global </a:t>
            </a:r>
            <a:r>
              <a:rPr lang="pt-BR" b="1" dirty="0" err="1"/>
              <a:t>user.email</a:t>
            </a:r>
            <a:r>
              <a:rPr lang="pt-BR" b="1" dirty="0"/>
              <a:t> "seuemail@exemplo.com"</a:t>
            </a:r>
          </a:p>
          <a:p>
            <a:pPr>
              <a:spcBef>
                <a:spcPts val="0"/>
              </a:spcBef>
            </a:pPr>
            <a:endParaRPr lang="pt-BR" dirty="0"/>
          </a:p>
          <a:p>
            <a:pPr>
              <a:spcBef>
                <a:spcPts val="0"/>
              </a:spcBef>
            </a:pPr>
            <a:r>
              <a:rPr lang="pt-BR" dirty="0"/>
              <a:t># Verificar configurações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config</a:t>
            </a:r>
            <a:r>
              <a:rPr lang="pt-BR" b="1" dirty="0"/>
              <a:t> --</a:t>
            </a:r>
            <a:r>
              <a:rPr lang="pt-BR" b="1" dirty="0" err="1"/>
              <a:t>list</a:t>
            </a:r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9375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F7E6C-767B-83CF-5729-35FD7A01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Criando o Repositório no GitHub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ADA2E4-35A4-643D-223A-84A92B8BB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Acesse https://github.com/ e faça login</a:t>
            </a:r>
          </a:p>
          <a:p>
            <a:r>
              <a:rPr lang="pt-BR" dirty="0"/>
              <a:t>Clique em New </a:t>
            </a:r>
            <a:r>
              <a:rPr lang="pt-BR" dirty="0" err="1"/>
              <a:t>repository</a:t>
            </a:r>
            <a:endParaRPr lang="pt-BR" dirty="0"/>
          </a:p>
          <a:p>
            <a:r>
              <a:rPr lang="pt-BR" dirty="0"/>
              <a:t>Defina:</a:t>
            </a:r>
          </a:p>
          <a:p>
            <a:pPr marL="1028700" lvl="1" indent="-342900"/>
            <a:r>
              <a:rPr lang="pt-BR" dirty="0" err="1"/>
              <a:t>Repository</a:t>
            </a:r>
            <a:r>
              <a:rPr lang="pt-BR" dirty="0"/>
              <a:t> </a:t>
            </a:r>
            <a:r>
              <a:rPr lang="pt-BR" dirty="0" err="1"/>
              <a:t>name</a:t>
            </a:r>
            <a:r>
              <a:rPr lang="pt-BR" dirty="0"/>
              <a:t>: ex. </a:t>
            </a:r>
            <a:r>
              <a:rPr lang="pt-BR" dirty="0" err="1"/>
              <a:t>flutter</a:t>
            </a:r>
            <a:r>
              <a:rPr lang="pt-BR" dirty="0"/>
              <a:t>-aulas</a:t>
            </a:r>
          </a:p>
          <a:p>
            <a:pPr marL="1028700" lvl="1" indent="-342900"/>
            <a:r>
              <a:rPr lang="pt-BR" dirty="0" err="1"/>
              <a:t>Description</a:t>
            </a:r>
            <a:r>
              <a:rPr lang="pt-BR" dirty="0"/>
              <a:t>: opcional</a:t>
            </a:r>
          </a:p>
          <a:p>
            <a:pPr marL="1028700" lvl="1" indent="-342900"/>
            <a:r>
              <a:rPr lang="pt-BR" dirty="0"/>
              <a:t>Marque </a:t>
            </a:r>
            <a:r>
              <a:rPr lang="pt-BR" dirty="0" err="1"/>
              <a:t>Add</a:t>
            </a:r>
            <a:r>
              <a:rPr lang="pt-BR" dirty="0"/>
              <a:t> a README file</a:t>
            </a:r>
          </a:p>
          <a:p>
            <a:r>
              <a:rPr lang="pt-BR" dirty="0"/>
              <a:t>Clique em 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repository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121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3AC9C-62D4-083B-A980-8C35E6E93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Clonando o Repositório Localmente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6A445B-D80E-C7AE-28F2-8867466A7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clonar o repositório </a:t>
            </a:r>
            <a:r>
              <a:rPr lang="pt-BR" dirty="0" err="1"/>
              <a:t>locamente</a:t>
            </a:r>
            <a:r>
              <a:rPr lang="pt-BR" dirty="0"/>
              <a:t> execute os comando:</a:t>
            </a:r>
          </a:p>
          <a:p>
            <a:endParaRPr lang="pt-BR" dirty="0"/>
          </a:p>
          <a:p>
            <a:pPr marL="457200" lvl="1" indent="0">
              <a:buNone/>
            </a:pPr>
            <a:r>
              <a:rPr lang="pt-BR" b="1" dirty="0" err="1"/>
              <a:t>git</a:t>
            </a:r>
            <a:r>
              <a:rPr lang="pt-BR" b="1" dirty="0"/>
              <a:t> clone &lt;link-repositório&gt;</a:t>
            </a:r>
          </a:p>
        </p:txBody>
      </p:sp>
    </p:spTree>
    <p:extLst>
      <p:ext uri="{BB962C8B-B14F-4D97-AF65-F5344CB8AC3E}">
        <p14:creationId xmlns:p14="http://schemas.microsoft.com/office/powerpoint/2010/main" val="1424396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234F5-2324-DE16-84E8-B58B8AAA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Básicos do </a:t>
            </a:r>
            <a:r>
              <a:rPr lang="pt-BR" dirty="0" err="1"/>
              <a:t>Git</a:t>
            </a:r>
            <a:r>
              <a:rPr lang="pt-BR" dirty="0"/>
              <a:t> (Fluxo do Dia a Dia)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FCA981-C280-9FF5-4E51-AEBE9E7BA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# Ver status dos arquivos (modificados, novos, etc.)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status</a:t>
            </a:r>
          </a:p>
          <a:p>
            <a:pPr>
              <a:spcBef>
                <a:spcPts val="0"/>
              </a:spcBef>
            </a:pPr>
            <a:endParaRPr lang="pt-BR" dirty="0"/>
          </a:p>
          <a:p>
            <a:pPr>
              <a:spcBef>
                <a:spcPts val="0"/>
              </a:spcBef>
            </a:pPr>
            <a:r>
              <a:rPr lang="pt-BR" dirty="0"/>
              <a:t># Adicionar arquivos ao </a:t>
            </a:r>
            <a:r>
              <a:rPr lang="pt-BR" dirty="0" err="1"/>
              <a:t>stage</a:t>
            </a:r>
            <a:r>
              <a:rPr lang="pt-BR" dirty="0"/>
              <a:t> (área de preparação)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add</a:t>
            </a:r>
            <a:r>
              <a:rPr lang="pt-BR" b="1" dirty="0"/>
              <a:t> .</a:t>
            </a:r>
          </a:p>
          <a:p>
            <a:pPr>
              <a:spcBef>
                <a:spcPts val="0"/>
              </a:spcBef>
            </a:pPr>
            <a:endParaRPr lang="pt-BR" dirty="0"/>
          </a:p>
          <a:p>
            <a:pPr>
              <a:spcBef>
                <a:spcPts val="0"/>
              </a:spcBef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0653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62CB-4736-A871-499B-8E8ED81E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06D2A-DB8A-F8A0-C29F-9526F9748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Básicos do </a:t>
            </a:r>
            <a:r>
              <a:rPr lang="pt-BR" dirty="0" err="1"/>
              <a:t>Git</a:t>
            </a:r>
            <a:r>
              <a:rPr lang="pt-BR" dirty="0"/>
              <a:t> (Fluxo do Dia a Dia)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26FB22-6B35-17FB-7A49-A799D6920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# Confirmar as alterações com uma mensagem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commit</a:t>
            </a:r>
            <a:r>
              <a:rPr lang="pt-BR" b="1" dirty="0"/>
              <a:t> -m "Configuração inicial do projeto </a:t>
            </a:r>
            <a:r>
              <a:rPr lang="pt-BR" b="1" dirty="0" err="1"/>
              <a:t>Flutter</a:t>
            </a:r>
            <a:r>
              <a:rPr lang="pt-BR" b="1" dirty="0"/>
              <a:t>"</a:t>
            </a:r>
          </a:p>
          <a:p>
            <a:pPr>
              <a:spcBef>
                <a:spcPts val="0"/>
              </a:spcBef>
            </a:pPr>
            <a:endParaRPr lang="pt-BR" dirty="0"/>
          </a:p>
          <a:p>
            <a:pPr>
              <a:spcBef>
                <a:spcPts val="0"/>
              </a:spcBef>
            </a:pPr>
            <a:r>
              <a:rPr lang="pt-BR" dirty="0"/>
              <a:t># Enviar alterações para o GitHub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push</a:t>
            </a:r>
            <a:r>
              <a:rPr lang="pt-BR" b="1" dirty="0"/>
              <a:t> </a:t>
            </a:r>
            <a:r>
              <a:rPr lang="pt-BR" b="1" dirty="0" err="1"/>
              <a:t>origin</a:t>
            </a:r>
            <a:r>
              <a:rPr lang="pt-BR" b="1" dirty="0"/>
              <a:t> </a:t>
            </a:r>
            <a:r>
              <a:rPr lang="pt-BR" b="1" dirty="0" err="1"/>
              <a:t>main</a:t>
            </a:r>
            <a:endParaRPr lang="pt-BR" b="1" dirty="0"/>
          </a:p>
          <a:p>
            <a:pPr>
              <a:spcBef>
                <a:spcPts val="0"/>
              </a:spcBef>
            </a:pPr>
            <a:endParaRPr lang="pt-BR" dirty="0"/>
          </a:p>
          <a:p>
            <a:pPr>
              <a:spcBef>
                <a:spcPts val="0"/>
              </a:spcBef>
            </a:pPr>
            <a:r>
              <a:rPr lang="pt-BR" dirty="0"/>
              <a:t># Baixar atualizações do repositório remoto</a:t>
            </a:r>
          </a:p>
          <a:p>
            <a:pPr>
              <a:spcBef>
                <a:spcPts val="0"/>
              </a:spcBef>
            </a:pP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pull</a:t>
            </a:r>
            <a:r>
              <a:rPr lang="pt-BR" b="1" dirty="0"/>
              <a:t> </a:t>
            </a:r>
            <a:r>
              <a:rPr lang="pt-BR" b="1" dirty="0" err="1"/>
              <a:t>origin</a:t>
            </a:r>
            <a:r>
              <a:rPr lang="pt-BR" b="1" dirty="0"/>
              <a:t> </a:t>
            </a:r>
            <a:r>
              <a:rPr lang="pt-BR" b="1" dirty="0" err="1"/>
              <a:t>main</a:t>
            </a:r>
            <a:endParaRPr lang="pt-BR" b="1" dirty="0"/>
          </a:p>
          <a:p>
            <a:pPr>
              <a:spcBef>
                <a:spcPts val="0"/>
              </a:spcBef>
            </a:pPr>
            <a:endParaRPr lang="pt-BR" dirty="0"/>
          </a:p>
          <a:p>
            <a:pPr>
              <a:spcBef>
                <a:spcPts val="0"/>
              </a:spcBef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2589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B3B22-E17B-25F5-DB4E-A3A8A05F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/>
              <a:t>Removendo Credenciais Salvas do Git (Windows)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1BE9FB-827C-DFEA-757A-92BEB4F93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# Remove a credencial salva do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Credential</a:t>
            </a:r>
            <a:r>
              <a:rPr lang="pt-BR" dirty="0"/>
              <a:t> Manager</a:t>
            </a:r>
          </a:p>
          <a:p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credential</a:t>
            </a:r>
            <a:r>
              <a:rPr lang="pt-BR" b="1" dirty="0"/>
              <a:t>-manager delete https://github.com</a:t>
            </a:r>
          </a:p>
          <a:p>
            <a:endParaRPr lang="pt-BR" dirty="0"/>
          </a:p>
          <a:p>
            <a:r>
              <a:rPr lang="pt-BR" dirty="0"/>
              <a:t># Ou via </a:t>
            </a:r>
            <a:r>
              <a:rPr lang="pt-BR" dirty="0" err="1"/>
              <a:t>cmdkey</a:t>
            </a:r>
            <a:r>
              <a:rPr lang="pt-BR" dirty="0"/>
              <a:t> (Windows)</a:t>
            </a:r>
          </a:p>
          <a:p>
            <a:r>
              <a:rPr lang="pt-BR" b="1" dirty="0" err="1"/>
              <a:t>cmdkey</a:t>
            </a:r>
            <a:r>
              <a:rPr lang="pt-BR" b="1" dirty="0"/>
              <a:t> /</a:t>
            </a:r>
            <a:r>
              <a:rPr lang="pt-BR" b="1" dirty="0" err="1"/>
              <a:t>delete:LegacyGeneric:target</a:t>
            </a:r>
            <a:r>
              <a:rPr lang="pt-BR" b="1" dirty="0"/>
              <a:t>=</a:t>
            </a:r>
            <a:r>
              <a:rPr lang="pt-BR" b="1" dirty="0" err="1"/>
              <a:t>git:https</a:t>
            </a:r>
            <a:r>
              <a:rPr lang="pt-BR" b="1" dirty="0"/>
              <a:t>://github.com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5185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E7D4F-3254-1F5F-9F12-283EF6EF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Removendo Configurações Locais do Usuário (nome/e-mail)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B94025-8049-7A05-9A3E-E06B393DB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# Remove configuração global de nome e e-mail</a:t>
            </a:r>
          </a:p>
          <a:p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config</a:t>
            </a:r>
            <a:r>
              <a:rPr lang="pt-BR" b="1" dirty="0"/>
              <a:t> --global --</a:t>
            </a:r>
            <a:r>
              <a:rPr lang="pt-BR" b="1" dirty="0" err="1"/>
              <a:t>unset</a:t>
            </a:r>
            <a:r>
              <a:rPr lang="pt-BR" b="1" dirty="0"/>
              <a:t> user.name</a:t>
            </a:r>
          </a:p>
          <a:p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config</a:t>
            </a:r>
            <a:r>
              <a:rPr lang="pt-BR" b="1" dirty="0"/>
              <a:t> --global --</a:t>
            </a:r>
            <a:r>
              <a:rPr lang="pt-BR" b="1" dirty="0" err="1"/>
              <a:t>unset</a:t>
            </a:r>
            <a:r>
              <a:rPr lang="pt-BR" b="1" dirty="0"/>
              <a:t> </a:t>
            </a:r>
            <a:r>
              <a:rPr lang="pt-BR" b="1" dirty="0" err="1"/>
              <a:t>user.email</a:t>
            </a:r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47272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</TotalTime>
  <Words>295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Tema do Office</vt:lpstr>
      <vt:lpstr> Desenvolvimento de Aplicações</vt:lpstr>
      <vt:lpstr>Instalando e Configurando o Git</vt:lpstr>
      <vt:lpstr>Criando o Repositório no GitHub</vt:lpstr>
      <vt:lpstr>Clonando o Repositório Localmente </vt:lpstr>
      <vt:lpstr>Comandos Básicos do Git (Fluxo do Dia a Dia)</vt:lpstr>
      <vt:lpstr>Comandos Básicos do Git (Fluxo do Dia a Dia)</vt:lpstr>
      <vt:lpstr>Removendo Credenciais Salvas do Git (Windows)</vt:lpstr>
      <vt:lpstr>Removendo Configurações Locais do Usuário (nome/e-mail)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80</cp:revision>
  <dcterms:created xsi:type="dcterms:W3CDTF">2024-03-08T12:14:33Z</dcterms:created>
  <dcterms:modified xsi:type="dcterms:W3CDTF">2026-08-10T22:27:29Z</dcterms:modified>
</cp:coreProperties>
</file>