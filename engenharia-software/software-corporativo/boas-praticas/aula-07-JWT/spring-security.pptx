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8" r:id="rId3"/>
    <p:sldId id="29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278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A1C"/>
    <a:srgbClr val="043073"/>
    <a:srgbClr val="48916E"/>
    <a:srgbClr val="3184F4"/>
    <a:srgbClr val="7E67A8"/>
    <a:srgbClr val="C08D5F"/>
    <a:srgbClr val="9C9B99"/>
    <a:srgbClr val="9BAD56"/>
    <a:srgbClr val="1F2024"/>
    <a:srgbClr val="EAD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 b="1" dirty="0"/>
              <a:t>JSON Web Token (JWT)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FBF93-6A28-4A3A-BD49-BD5195ED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56A5B-102D-41DD-8DEE-5A219D789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final desta aula, os alunos deverão ser capazes 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Compreender o papel do JWT</a:t>
            </a:r>
            <a:r>
              <a:rPr lang="pt-BR" sz="1800" dirty="0"/>
              <a:t> na autenticação de uma API sem sessão (</a:t>
            </a:r>
            <a:r>
              <a:rPr lang="pt-BR" sz="1800" i="1" dirty="0" err="1"/>
              <a:t>stateless</a:t>
            </a:r>
            <a:r>
              <a:rPr lang="pt-BR" sz="18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Identificar a estrutura de um JWT:</a:t>
            </a:r>
            <a:r>
              <a:rPr lang="pt-BR" sz="1800" dirty="0"/>
              <a:t> cabeçalho (</a:t>
            </a:r>
            <a:r>
              <a:rPr lang="pt-BR" sz="1800" i="1" dirty="0"/>
              <a:t>header</a:t>
            </a:r>
            <a:r>
              <a:rPr lang="pt-BR" sz="1800" dirty="0"/>
              <a:t>), informações (</a:t>
            </a:r>
            <a:r>
              <a:rPr lang="pt-BR" sz="1800" i="1" dirty="0" err="1"/>
              <a:t>payload</a:t>
            </a:r>
            <a:r>
              <a:rPr lang="pt-BR" sz="1800" dirty="0"/>
              <a:t>) e assinatura.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Configurar uma biblioteca para trabalhar com JWT</a:t>
            </a:r>
            <a:r>
              <a:rPr lang="pt-BR" sz="1800" dirty="0"/>
              <a:t> no projeto Spring Boot.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Implementar um serviço de geração de tokens</a:t>
            </a:r>
            <a:r>
              <a:rPr lang="pt-BR" sz="1800" dirty="0"/>
              <a:t>, definindo a identificação do usuário, o emissor e o prazo de validade.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Integrar a geração do token ao login</a:t>
            </a:r>
            <a:r>
              <a:rPr lang="pt-BR" sz="1800" dirty="0"/>
              <a:t>, retornando-o ao cliente após a validação das credenciais.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1" dirty="0"/>
              <a:t>Testar o </a:t>
            </a:r>
            <a:r>
              <a:rPr lang="pt-BR" sz="1800" b="1" dirty="0" err="1"/>
              <a:t>endpoint</a:t>
            </a:r>
            <a:r>
              <a:rPr lang="pt-BR" sz="1800" b="1" dirty="0"/>
              <a:t> de autenticação</a:t>
            </a:r>
            <a:r>
              <a:rPr lang="pt-BR" sz="1800" dirty="0"/>
              <a:t>, verificando o retorno do token para credenciais válidas e a rejeição de credenciais inválidas.</a:t>
            </a:r>
          </a:p>
        </p:txBody>
      </p:sp>
    </p:spTree>
    <p:extLst>
      <p:ext uri="{BB962C8B-B14F-4D97-AF65-F5344CB8AC3E}">
        <p14:creationId xmlns:p14="http://schemas.microsoft.com/office/powerpoint/2010/main" val="389164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34165-6FFA-4177-89F2-387FE75C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2400" b="1" dirty="0"/>
              <a:t>JWT (JSON Web Token)</a:t>
            </a:r>
            <a:r>
              <a:rPr lang="pt-BR" sz="2400" dirty="0"/>
              <a:t> 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F58F1C-1C0F-41EE-8215-06CF424B2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96548"/>
            <a:ext cx="11007306" cy="3962568"/>
          </a:xfrm>
        </p:spPr>
        <p:txBody>
          <a:bodyPr/>
          <a:lstStyle/>
          <a:p>
            <a:r>
              <a:rPr lang="pt-BR" sz="1800" b="1"/>
              <a:t>JWT (JSON Web Token)</a:t>
            </a:r>
            <a:r>
              <a:rPr lang="pt-BR" sz="1800"/>
              <a:t> é </a:t>
            </a:r>
            <a:r>
              <a:rPr lang="pt-BR" sz="1800" dirty="0"/>
              <a:t>um formato de token utilizado para transmitir informações entre sistemas. Na autenticação, ele permite que o cliente apresente informações sobre o usuário autenticado, cuja assinatura </a:t>
            </a:r>
            <a:r>
              <a:rPr lang="pt-BR" sz="1800" dirty="0" err="1"/>
              <a:t>podeser</a:t>
            </a:r>
            <a:r>
              <a:rPr lang="pt-BR" sz="1800" dirty="0"/>
              <a:t> verificada pela API.</a:t>
            </a:r>
          </a:p>
          <a:p>
            <a:endParaRPr lang="pt-BR" sz="1800" dirty="0"/>
          </a:p>
          <a:p>
            <a:r>
              <a:rPr lang="pt-BR" sz="1800" dirty="0"/>
              <a:t>O JWT possui três partes, separadas por pontos:</a:t>
            </a:r>
          </a:p>
          <a:p>
            <a:endParaRPr lang="pt-BR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Header: informa o tipo do token e o algoritmo de assinatura.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 err="1"/>
              <a:t>Payload</a:t>
            </a:r>
            <a:r>
              <a:rPr lang="pt-BR" dirty="0"/>
              <a:t>: contém informações como a identificação do usuário e a expiração.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Assinatura: permite verificar se o token foi alterado e se foi assinado com a chave esperada.</a:t>
            </a:r>
          </a:p>
        </p:txBody>
      </p:sp>
    </p:spTree>
    <p:extLst>
      <p:ext uri="{BB962C8B-B14F-4D97-AF65-F5344CB8AC3E}">
        <p14:creationId xmlns:p14="http://schemas.microsoft.com/office/powerpoint/2010/main" val="1168420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232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Tema do Office</vt:lpstr>
      <vt:lpstr>JSON Web Token (JWT)</vt:lpstr>
      <vt:lpstr>Objetivos da aula</vt:lpstr>
      <vt:lpstr>JWT (JSON Web Token)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85</cp:revision>
  <dcterms:created xsi:type="dcterms:W3CDTF">2024-03-08T12:14:33Z</dcterms:created>
  <dcterms:modified xsi:type="dcterms:W3CDTF">2026-09-27T22:06:52Z</dcterms:modified>
</cp:coreProperties>
</file>