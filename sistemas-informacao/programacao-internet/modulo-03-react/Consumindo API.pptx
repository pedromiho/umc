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12192000" cy="6858000"/>
  <p:notesSz cx="6888163" cy="100203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E7"/>
    <a:srgbClr val="043073"/>
    <a:srgbClr val="292A86"/>
    <a:srgbClr val="E44D26"/>
    <a:srgbClr val="004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29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3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0F28648D-752F-4D9E-8EC2-61293C3E9BC7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C67E822F-2664-47C4-8404-83B1D4D0E6EE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95F894BD-720E-4718-AD70-168A1A7602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12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1776069"/>
          </a:xfrm>
        </p:spPr>
        <p:txBody>
          <a:bodyPr/>
          <a:lstStyle/>
          <a:p>
            <a:r>
              <a:rPr lang="pt-BR" sz="5400" dirty="0"/>
              <a:t>O que é o </a:t>
            </a:r>
            <a:r>
              <a:rPr lang="pt-BR" sz="5400" dirty="0" err="1"/>
              <a:t>React</a:t>
            </a:r>
            <a:r>
              <a:rPr lang="pt-BR" sz="5400" dirty="0"/>
              <a:t> 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BEDE1-D921-4DFE-AFF6-FB490CBDC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</a:t>
            </a:r>
            <a:r>
              <a:rPr lang="pt-BR" dirty="0" err="1"/>
              <a:t>React</a:t>
            </a:r>
            <a:r>
              <a:rPr lang="pt-BR" dirty="0"/>
              <a:t> ?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B24089D7-4AB1-43A2-87D0-C5C90D457B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660" y="2912534"/>
            <a:ext cx="3155012" cy="2746639"/>
          </a:xfrm>
        </p:spPr>
      </p:pic>
    </p:spTree>
    <p:extLst>
      <p:ext uri="{BB962C8B-B14F-4D97-AF65-F5344CB8AC3E}">
        <p14:creationId xmlns:p14="http://schemas.microsoft.com/office/powerpoint/2010/main" val="2600789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85FF9-2A14-456B-9263-7871DECF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Front-</a:t>
            </a:r>
            <a:r>
              <a:rPr lang="pt-BR" dirty="0" err="1"/>
              <a:t>end</a:t>
            </a:r>
            <a:r>
              <a:rPr lang="pt-BR" dirty="0"/>
              <a:t> Imperativo (</a:t>
            </a:r>
            <a:r>
              <a:rPr lang="pt-BR" dirty="0" err="1"/>
              <a:t>JavaScript</a:t>
            </a:r>
            <a:r>
              <a:rPr lang="pt-BR" dirty="0"/>
              <a:t> tradicional)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55C02E-537C-4E46-AB15-7BAFC63BB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568325"/>
          </a:xfrm>
        </p:spPr>
        <p:txBody>
          <a:bodyPr/>
          <a:lstStyle/>
          <a:p>
            <a:r>
              <a:rPr lang="pt-BR" dirty="0"/>
              <a:t>No modelo imperativo, o desenvolvedor manipula diretamente os elementos HTML por meio do DOM.</a:t>
            </a:r>
          </a:p>
        </p:txBody>
      </p:sp>
    </p:spTree>
    <p:extLst>
      <p:ext uri="{BB962C8B-B14F-4D97-AF65-F5344CB8AC3E}">
        <p14:creationId xmlns:p14="http://schemas.microsoft.com/office/powerpoint/2010/main" val="10481540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2136</TotalTime>
  <Words>39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Tema do Office</vt:lpstr>
      <vt:lpstr>O que é o React ?</vt:lpstr>
      <vt:lpstr>O que é React ?</vt:lpstr>
      <vt:lpstr>Front-end Imperativo (JavaScript tradicional)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Henrique Miho de Souza</cp:lastModifiedBy>
  <cp:revision>253</cp:revision>
  <dcterms:created xsi:type="dcterms:W3CDTF">2024-03-08T12:14:33Z</dcterms:created>
  <dcterms:modified xsi:type="dcterms:W3CDTF">2026-10-14T14:57:25Z</dcterms:modified>
</cp:coreProperties>
</file>